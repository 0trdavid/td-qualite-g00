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_rels/slideMaster1.xml.rels" ContentType="application/vnd.openxmlformats-package.relationships+xml"/>
  <Override PartName="/ppt/slideMasters/_rels/slideMaster2.xml.rels" ContentType="application/vnd.openxmlformats-package.relationships+xml"/>
  <Override PartName="/ppt/slideMasters/_rels/slideMaster3.xml.rels" ContentType="application/vnd.openxmlformats-package.relationships+xml"/>
  <Override PartName="/ppt/notesMasters/notesMaster1.xml" ContentType="application/vnd.openxmlformats-officedocument.presentationml.notesMaster+xml"/>
  <Override PartName="/ppt/notesMasters/_rels/notesMaster1.xml.rels" ContentType="application/vnd.openxmlformats-package.relationship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_rels/notesSlide44.xml.rels" ContentType="application/vnd.openxmlformats-package.relationships+xml"/>
  <Override PartName="/ppt/notesSlides/_rels/notesSlide1.xml.rels" ContentType="application/vnd.openxmlformats-package.relationships+xml"/>
  <Override PartName="/ppt/notesSlides/_rels/notesSlide45.xml.rels" ContentType="application/vnd.openxmlformats-package.relationships+xml"/>
  <Override PartName="/ppt/notesSlides/_rels/notesSlide2.xml.rels" ContentType="application/vnd.openxmlformats-package.relationships+xml"/>
  <Override PartName="/ppt/notesSlides/_rels/notesSlide46.xml.rels" ContentType="application/vnd.openxmlformats-package.relationships+xml"/>
  <Override PartName="/ppt/notesSlides/_rels/notesSlide3.xml.rels" ContentType="application/vnd.openxmlformats-package.relationships+xml"/>
  <Override PartName="/ppt/notesSlides/_rels/notesSlide47.xml.rels" ContentType="application/vnd.openxmlformats-package.relationships+xml"/>
  <Override PartName="/ppt/notesSlides/_rels/notesSlide4.xml.rels" ContentType="application/vnd.openxmlformats-package.relationships+xml"/>
  <Override PartName="/ppt/notesSlides/_rels/notesSlide5.xml.rels" ContentType="application/vnd.openxmlformats-package.relationships+xml"/>
  <Override PartName="/ppt/notesSlides/_rels/notesSlide6.xml.rels" ContentType="application/vnd.openxmlformats-package.relationships+xml"/>
  <Override PartName="/ppt/notesSlides/_rels/notesSlide7.xml.rels" ContentType="application/vnd.openxmlformats-package.relationships+xml"/>
  <Override PartName="/ppt/notesSlides/_rels/notesSlide8.xml.rels" ContentType="application/vnd.openxmlformats-package.relationships+xml"/>
  <Override PartName="/ppt/notesSlides/_rels/notesSlide9.xml.rels" ContentType="application/vnd.openxmlformats-package.relationships+xml"/>
  <Override PartName="/ppt/notesSlides/_rels/notesSlide10.xml.rels" ContentType="application/vnd.openxmlformats-package.relationships+xml"/>
  <Override PartName="/ppt/notesSlides/_rels/notesSlide11.xml.rels" ContentType="application/vnd.openxmlformats-package.relationships+xml"/>
  <Override PartName="/ppt/notesSlides/_rels/notesSlide12.xml.rels" ContentType="application/vnd.openxmlformats-package.relationships+xml"/>
  <Override PartName="/ppt/notesSlides/_rels/notesSlide13.xml.rels" ContentType="application/vnd.openxmlformats-package.relationships+xml"/>
  <Override PartName="/ppt/notesSlides/_rels/notesSlide14.xml.rels" ContentType="application/vnd.openxmlformats-package.relationships+xml"/>
  <Override PartName="/ppt/notesSlides/_rels/notesSlide15.xml.rels" ContentType="application/vnd.openxmlformats-package.relationships+xml"/>
  <Override PartName="/ppt/notesSlides/_rels/notesSlide16.xml.rels" ContentType="application/vnd.openxmlformats-package.relationships+xml"/>
  <Override PartName="/ppt/notesSlides/_rels/notesSlide17.xml.rels" ContentType="application/vnd.openxmlformats-package.relationships+xml"/>
  <Override PartName="/ppt/notesSlides/_rels/notesSlide18.xml.rels" ContentType="application/vnd.openxmlformats-package.relationships+xml"/>
  <Override PartName="/ppt/notesSlides/_rels/notesSlide19.xml.rels" ContentType="application/vnd.openxmlformats-package.relationships+xml"/>
  <Override PartName="/ppt/notesSlides/_rels/notesSlide20.xml.rels" ContentType="application/vnd.openxmlformats-package.relationships+xml"/>
  <Override PartName="/ppt/notesSlides/_rels/notesSlide21.xml.rels" ContentType="application/vnd.openxmlformats-package.relationships+xml"/>
  <Override PartName="/ppt/notesSlides/_rels/notesSlide22.xml.rels" ContentType="application/vnd.openxmlformats-package.relationships+xml"/>
  <Override PartName="/ppt/notesSlides/_rels/notesSlide23.xml.rels" ContentType="application/vnd.openxmlformats-package.relationships+xml"/>
  <Override PartName="/ppt/notesSlides/_rels/notesSlide24.xml.rels" ContentType="application/vnd.openxmlformats-package.relationships+xml"/>
  <Override PartName="/ppt/notesSlides/_rels/notesSlide25.xml.rels" ContentType="application/vnd.openxmlformats-package.relationships+xml"/>
  <Override PartName="/ppt/notesSlides/_rels/notesSlide26.xml.rels" ContentType="application/vnd.openxmlformats-package.relationships+xml"/>
  <Override PartName="/ppt/notesSlides/_rels/notesSlide27.xml.rels" ContentType="application/vnd.openxmlformats-package.relationships+xml"/>
  <Override PartName="/ppt/notesSlides/_rels/notesSlide28.xml.rels" ContentType="application/vnd.openxmlformats-package.relationships+xml"/>
  <Override PartName="/ppt/notesSlides/_rels/notesSlide29.xml.rels" ContentType="application/vnd.openxmlformats-package.relationships+xml"/>
  <Override PartName="/ppt/notesSlides/_rels/notesSlide30.xml.rels" ContentType="application/vnd.openxmlformats-package.relationships+xml"/>
  <Override PartName="/ppt/notesSlides/_rels/notesSlide31.xml.rels" ContentType="application/vnd.openxmlformats-package.relationships+xml"/>
  <Override PartName="/ppt/notesSlides/_rels/notesSlide32.xml.rels" ContentType="application/vnd.openxmlformats-package.relationships+xml"/>
  <Override PartName="/ppt/notesSlides/_rels/notesSlide33.xml.rels" ContentType="application/vnd.openxmlformats-package.relationships+xml"/>
  <Override PartName="/ppt/notesSlides/_rels/notesSlide34.xml.rels" ContentType="application/vnd.openxmlformats-package.relationships+xml"/>
  <Override PartName="/ppt/notesSlides/_rels/notesSlide35.xml.rels" ContentType="application/vnd.openxmlformats-package.relationships+xml"/>
  <Override PartName="/ppt/notesSlides/_rels/notesSlide36.xml.rels" ContentType="application/vnd.openxmlformats-package.relationships+xml"/>
  <Override PartName="/ppt/notesSlides/_rels/notesSlide37.xml.rels" ContentType="application/vnd.openxmlformats-package.relationships+xml"/>
  <Override PartName="/ppt/notesSlides/_rels/notesSlide38.xml.rels" ContentType="application/vnd.openxmlformats-package.relationships+xml"/>
  <Override PartName="/ppt/notesSlides/_rels/notesSlide39.xml.rels" ContentType="application/vnd.openxmlformats-package.relationships+xml"/>
  <Override PartName="/ppt/notesSlides/_rels/notesSlide40.xml.rels" ContentType="application/vnd.openxmlformats-package.relationships+xml"/>
  <Override PartName="/ppt/notesSlides/_rels/notesSlide41.xml.rels" ContentType="application/vnd.openxmlformats-package.relationships+xml"/>
  <Override PartName="/ppt/notesSlides/_rels/notesSlide42.xml.rels" ContentType="application/vnd.openxmlformats-package.relationships+xml"/>
  <Override PartName="/ppt/notesSlides/_rels/notesSlide43.xml.rels" ContentType="application/vnd.openxmlformats-package.relationships+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media/image1.png" ContentType="image/png"/>
  <Override PartName="/ppt/media/image2.png" ContentType="image/png"/>
  <Override PartName="/ppt/media/image3.png" ContentType="image/png"/>
  <Override PartName="/ppt/media/image4.png" ContentType="image/png"/>
  <Override PartName="/ppt/media/image5.png" ContentType="image/png"/>
  <Override PartName="/ppt/media/image6.png" ContentType="image/png"/>
  <Override PartName="/ppt/media/image7.png" ContentType="image/png"/>
  <Override PartName="/ppt/media/image8.png" ContentType="image/png"/>
  <Override PartName="/ppt/media/image9.png" ContentType="image/png"/>
  <Override PartName="/ppt/media/image10.png" ContentType="image/png"/>
  <Override PartName="/ppt/media/image11.png" ContentType="image/png"/>
  <Override PartName="/ppt/media/image12.png" ContentType="image/png"/>
  <Override PartName="/ppt/media/image13.png" ContentType="image/png"/>
  <Override PartName="/ppt/media/image14.png" ContentType="image/png"/>
  <Override PartName="/ppt/media/image15.png" ContentType="image/png"/>
  <Override PartName="/ppt/media/image16.png" ContentType="image/png"/>
  <Override PartName="/ppt/media/image17.png" ContentType="image/png"/>
  <Override PartName="/ppt/media/image18.png" ContentType="image/png"/>
  <Override PartName="/ppt/media/image19.png" ContentType="image/png"/>
  <Override PartName="/ppt/media/image20.png" ContentType="image/png"/>
  <Override PartName="/ppt/media/image21.png" ContentType="image/png"/>
  <Override PartName="/ppt/media/image22.png" ContentType="image/png"/>
  <Override PartName="/ppt/media/image23.png" ContentType="image/png"/>
  <Override PartName="/ppt/media/image24.png" ContentType="image/png"/>
  <Override PartName="/ppt/media/image25.png" ContentType="image/png"/>
  <Override PartName="/ppt/media/image26.png" ContentType="image/png"/>
  <Override PartName="/ppt/media/image27.png" ContentType="image/png"/>
  <Override PartName="/ppt/media/image28.png" ContentType="image/png"/>
  <Override PartName="/ppt/media/image29.png" ContentType="image/png"/>
  <Override PartName="/ppt/media/image30.png" ContentType="image/png"/>
  <Override PartName="/ppt/media/image31.png" ContentType="image/png"/>
  <Override PartName="/ppt/media/image32.png" ContentType="image/png"/>
  <Override PartName="/ppt/media/image33.png" ContentType="image/png"/>
  <Override PartName="/ppt/media/image34.png" ContentType="image/png"/>
  <Override PartName="/ppt/media/image35.png" ContentType="image/png"/>
  <Override PartName="/ppt/media/image36.png" ContentType="image/png"/>
  <Override PartName="/ppt/media/image37.png" ContentType="image/png"/>
  <Override PartName="/ppt/media/image38.png" ContentType="image/png"/>
  <Override PartName="/ppt/media/image39.png" ContentType="image/png"/>
  <Override PartName="/ppt/media/image40.png" ContentType="image/png"/>
  <Override PartName="/ppt/media/image41.png" ContentType="image/png"/>
  <Override PartName="/ppt/media/image42.png" ContentType="image/png"/>
  <Override PartName="/ppt/media/image43.png" ContentType="image/png"/>
  <Override PartName="/ppt/media/image44.png" ContentType="image/png"/>
  <Override PartName="/ppt/media/image45.png" ContentType="image/png"/>
  <Override PartName="/ppt/media/image46.png" ContentType="image/png"/>
  <Override PartName="/ppt/media/image47.png" ContentType="image/png"/>
  <Override PartName="/ppt/media/image48.png" ContentType="image/png"/>
  <Override PartName="/ppt/media/image49.png" ContentType="image/png"/>
  <Override PartName="/ppt/media/image50.png" ContentType="image/png"/>
  <Override PartName="/ppt/media/image51.png" ContentType="image/png"/>
  <Override PartName="/ppt/media/image52.png" ContentType="image/png"/>
  <Override PartName="/ppt/media/image53.png" ContentType="image/png"/>
  <Override PartName="/ppt/media/image54.png" ContentType="image/png"/>
  <Override PartName="/ppt/slideLayouts/slideLayout31.xml" ContentType="application/vnd.openxmlformats-officedocument.presentationml.slideLayout+xml"/>
  <Override PartName="/ppt/slideLayouts/slideLayout1.xml" ContentType="application/vnd.openxmlformats-officedocument.presentationml.slideLayout+xml"/>
  <Override PartName="/ppt/slideLayouts/slideLayout32.xml" ContentType="application/vnd.openxmlformats-officedocument.presentationml.slideLayout+xml"/>
  <Override PartName="/ppt/slideLayouts/slideLayout2.xml" ContentType="application/vnd.openxmlformats-officedocument.presentationml.slideLayout+xml"/>
  <Override PartName="/ppt/slideLayouts/slideLayout33.xml" ContentType="application/vnd.openxmlformats-officedocument.presentationml.slideLayout+xml"/>
  <Override PartName="/ppt/slideLayouts/slideLayout3.xml" ContentType="application/vnd.openxmlformats-officedocument.presentationml.slideLayout+xml"/>
  <Override PartName="/ppt/slideLayouts/slideLayout34.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35.xml" ContentType="application/vnd.openxmlformats-officedocument.presentationml.slideLayout+xml"/>
  <Override PartName="/ppt/slideLayouts/slideLayout6.xml" ContentType="application/vnd.openxmlformats-officedocument.presentationml.slideLayout+xml"/>
  <Override PartName="/ppt/slideLayouts/slideLayout3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_rels/slideLayout31.xml.rels" ContentType="application/vnd.openxmlformats-package.relationships+xml"/>
  <Override PartName="/ppt/slideLayouts/_rels/slideLayout1.xml.rels" ContentType="application/vnd.openxmlformats-package.relationships+xml"/>
  <Override PartName="/ppt/slideLayouts/_rels/slideLayout32.xml.rels" ContentType="application/vnd.openxmlformats-package.relationships+xml"/>
  <Override PartName="/ppt/slideLayouts/_rels/slideLayout2.xml.rels" ContentType="application/vnd.openxmlformats-package.relationships+xml"/>
  <Override PartName="/ppt/slideLayouts/_rels/slideLayout33.xml.rels" ContentType="application/vnd.openxmlformats-package.relationships+xml"/>
  <Override PartName="/ppt/slideLayouts/_rels/slideLayout3.xml.rels" ContentType="application/vnd.openxmlformats-package.relationships+xml"/>
  <Override PartName="/ppt/slideLayouts/_rels/slideLayout34.xml.rels" ContentType="application/vnd.openxmlformats-package.relationships+xml"/>
  <Override PartName="/ppt/slideLayouts/_rels/slideLayout4.xml.rels" ContentType="application/vnd.openxmlformats-package.relationships+xml"/>
  <Override PartName="/ppt/slideLayouts/_rels/slideLayout35.xml.rels" ContentType="application/vnd.openxmlformats-package.relationships+xml"/>
  <Override PartName="/ppt/slideLayouts/_rels/slideLayout5.xml.rels" ContentType="application/vnd.openxmlformats-package.relationships+xml"/>
  <Override PartName="/ppt/slideLayouts/_rels/slideLayout36.xml.rels" ContentType="application/vnd.openxmlformats-package.relationships+xml"/>
  <Override PartName="/ppt/slideLayouts/_rels/slideLayout6.xml.rels" ContentType="application/vnd.openxmlformats-package.relationships+xml"/>
  <Override PartName="/ppt/slideLayouts/_rels/slideLayout7.xml.rels" ContentType="application/vnd.openxmlformats-package.relationships+xml"/>
  <Override PartName="/ppt/slideLayouts/_rels/slideLayout8.xml.rels" ContentType="application/vnd.openxmlformats-package.relationships+xml"/>
  <Override PartName="/ppt/slideLayouts/_rels/slideLayout9.xml.rels" ContentType="application/vnd.openxmlformats-package.relationships+xml"/>
  <Override PartName="/ppt/slideLayouts/_rels/slideLayout10.xml.rels" ContentType="application/vnd.openxmlformats-package.relationships+xml"/>
  <Override PartName="/ppt/slideLayouts/_rels/slideLayout11.xml.rels" ContentType="application/vnd.openxmlformats-package.relationships+xml"/>
  <Override PartName="/ppt/slideLayouts/_rels/slideLayout12.xml.rels" ContentType="application/vnd.openxmlformats-package.relationships+xml"/>
  <Override PartName="/ppt/slideLayouts/_rels/slideLayout13.xml.rels" ContentType="application/vnd.openxmlformats-package.relationships+xml"/>
  <Override PartName="/ppt/slideLayouts/_rels/slideLayout14.xml.rels" ContentType="application/vnd.openxmlformats-package.relationships+xml"/>
  <Override PartName="/ppt/slideLayouts/_rels/slideLayout15.xml.rels" ContentType="application/vnd.openxmlformats-package.relationships+xml"/>
  <Override PartName="/ppt/slideLayouts/_rels/slideLayout16.xml.rels" ContentType="application/vnd.openxmlformats-package.relationships+xml"/>
  <Override PartName="/ppt/slideLayouts/_rels/slideLayout17.xml.rels" ContentType="application/vnd.openxmlformats-package.relationships+xml"/>
  <Override PartName="/ppt/slideLayouts/_rels/slideLayout18.xml.rels" ContentType="application/vnd.openxmlformats-package.relationships+xml"/>
  <Override PartName="/ppt/slideLayouts/_rels/slideLayout19.xml.rels" ContentType="application/vnd.openxmlformats-package.relationships+xml"/>
  <Override PartName="/ppt/slideLayouts/_rels/slideLayout20.xml.rels" ContentType="application/vnd.openxmlformats-package.relationships+xml"/>
  <Override PartName="/ppt/slideLayouts/_rels/slideLayout21.xml.rels" ContentType="application/vnd.openxmlformats-package.relationships+xml"/>
  <Override PartName="/ppt/slideLayouts/_rels/slideLayout22.xml.rels" ContentType="application/vnd.openxmlformats-package.relationships+xml"/>
  <Override PartName="/ppt/slideLayouts/_rels/slideLayout23.xml.rels" ContentType="application/vnd.openxmlformats-package.relationships+xml"/>
  <Override PartName="/ppt/slideLayouts/_rels/slideLayout24.xml.rels" ContentType="application/vnd.openxmlformats-package.relationships+xml"/>
  <Override PartName="/ppt/slideLayouts/_rels/slideLayout25.xml.rels" ContentType="application/vnd.openxmlformats-package.relationships+xml"/>
  <Override PartName="/ppt/slideLayouts/_rels/slideLayout26.xml.rels" ContentType="application/vnd.openxmlformats-package.relationships+xml"/>
  <Override PartName="/ppt/slideLayouts/_rels/slideLayout27.xml.rels" ContentType="application/vnd.openxmlformats-package.relationships+xml"/>
  <Override PartName="/ppt/slideLayouts/_rels/slideLayout28.xml.rels" ContentType="application/vnd.openxmlformats-package.relationships+xml"/>
  <Override PartName="/ppt/slideLayouts/_rels/slideLayout29.xml.rels" ContentType="application/vnd.openxmlformats-package.relationships+xml"/>
  <Override PartName="/ppt/slideLayouts/_rels/slideLayout30.xml.rels" ContentType="application/vnd.openxmlformats-package.relationships+xml"/>
  <Override PartName="/ppt/slides/slide1.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21.xml" ContentType="application/vnd.openxmlformats-officedocument.presentationml.slide+xml"/>
  <Override PartName="/ppt/slides/slide4.xml" ContentType="application/vnd.openxmlformats-officedocument.presentationml.slide+xml"/>
  <Override PartName="/ppt/slides/slide2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23.xml" ContentType="application/vnd.openxmlformats-officedocument.presentationml.slide+xml"/>
  <Override PartName="/ppt/slides/slide7.xml" ContentType="application/vnd.openxmlformats-officedocument.presentationml.slide+xml"/>
  <Override PartName="/ppt/slides/slide24.xml" ContentType="application/vnd.openxmlformats-officedocument.presentationml.slide+xml"/>
  <Override PartName="/ppt/slides/slide8.xml" ContentType="application/vnd.openxmlformats-officedocument.presentationml.slide+xml"/>
  <Override PartName="/ppt/slides/slide25.xml" ContentType="application/vnd.openxmlformats-officedocument.presentationml.slide+xml"/>
  <Override PartName="/ppt/slides/slide9.xml" ContentType="application/vnd.openxmlformats-officedocument.presentationml.slide+xml"/>
  <Override PartName="/ppt/slides/slide26.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_rels/slide35.xml.rels" ContentType="application/vnd.openxmlformats-package.relationships+xml"/>
  <Override PartName="/ppt/slides/_rels/slide1.xml.rels" ContentType="application/vnd.openxmlformats-package.relationships+xml"/>
  <Override PartName="/ppt/slides/_rels/slide22.xml.rels" ContentType="application/vnd.openxmlformats-package.relationships+xml"/>
  <Override PartName="/ppt/slides/_rels/slide36.xml.rels" ContentType="application/vnd.openxmlformats-package.relationships+xml"/>
  <Override PartName="/ppt/slides/_rels/slide2.xml.rels" ContentType="application/vnd.openxmlformats-package.relationships+xml"/>
  <Override PartName="/ppt/slides/_rels/slide20.xml.rels" ContentType="application/vnd.openxmlformats-package.relationships+xml"/>
  <Override PartName="/ppt/slides/_rels/slide37.xml.rels" ContentType="application/vnd.openxmlformats-package.relationships+xml"/>
  <Override PartName="/ppt/slides/_rels/slide3.xml.rels" ContentType="application/vnd.openxmlformats-package.relationships+xml"/>
  <Override PartName="/ppt/slides/_rels/slide21.xml.rels" ContentType="application/vnd.openxmlformats-package.relationships+xml"/>
  <Override PartName="/ppt/slides/_rels/slide4.xml.rels" ContentType="application/vnd.openxmlformats-package.relationships+xml"/>
  <Override PartName="/ppt/slides/_rels/slide38.xml.rels" ContentType="application/vnd.openxmlformats-package.relationships+xml"/>
  <Override PartName="/ppt/slides/_rels/slide5.xml.rels" ContentType="application/vnd.openxmlformats-package.relationships+xml"/>
  <Override PartName="/ppt/slides/_rels/slide39.xml.rels" ContentType="application/vnd.openxmlformats-package.relationships+xml"/>
  <Override PartName="/ppt/slides/_rels/slide23.xml.rels" ContentType="application/vnd.openxmlformats-package.relationships+xml"/>
  <Override PartName="/ppt/slides/_rels/slide6.xml.rels" ContentType="application/vnd.openxmlformats-package.relationships+xml"/>
  <Override PartName="/ppt/slides/_rels/slide24.xml.rels" ContentType="application/vnd.openxmlformats-package.relationships+xml"/>
  <Override PartName="/ppt/slides/_rels/slide7.xml.rels" ContentType="application/vnd.openxmlformats-package.relationships+xml"/>
  <Override PartName="/ppt/slides/_rels/slide25.xml.rels" ContentType="application/vnd.openxmlformats-package.relationships+xml"/>
  <Override PartName="/ppt/slides/_rels/slide8.xml.rels" ContentType="application/vnd.openxmlformats-package.relationships+xml"/>
  <Override PartName="/ppt/slides/_rels/slide26.xml.rels" ContentType="application/vnd.openxmlformats-package.relationships+xml"/>
  <Override PartName="/ppt/slides/_rels/slide9.xml.rels" ContentType="application/vnd.openxmlformats-package.relationships+xml"/>
  <Override PartName="/ppt/slides/_rels/slide10.xml.rels" ContentType="application/vnd.openxmlformats-package.relationships+xml"/>
  <Override PartName="/ppt/slides/_rels/slide11.xml.rels" ContentType="application/vnd.openxmlformats-package.relationships+xml"/>
  <Override PartName="/ppt/slides/_rels/slide12.xml.rels" ContentType="application/vnd.openxmlformats-package.relationships+xml"/>
  <Override PartName="/ppt/slides/_rels/slide13.xml.rels" ContentType="application/vnd.openxmlformats-package.relationships+xml"/>
  <Override PartName="/ppt/slides/_rels/slide14.xml.rels" ContentType="application/vnd.openxmlformats-package.relationships+xml"/>
  <Override PartName="/ppt/slides/_rels/slide15.xml.rels" ContentType="application/vnd.openxmlformats-package.relationships+xml"/>
  <Override PartName="/ppt/slides/_rels/slide16.xml.rels" ContentType="application/vnd.openxmlformats-package.relationships+xml"/>
  <Override PartName="/ppt/slides/_rels/slide17.xml.rels" ContentType="application/vnd.openxmlformats-package.relationships+xml"/>
  <Override PartName="/ppt/slides/_rels/slide18.xml.rels" ContentType="application/vnd.openxmlformats-package.relationships+xml"/>
  <Override PartName="/ppt/slides/_rels/slide19.xml.rels" ContentType="application/vnd.openxmlformats-package.relationships+xml"/>
  <Override PartName="/ppt/slides/_rels/slide27.xml.rels" ContentType="application/vnd.openxmlformats-package.relationships+xml"/>
  <Override PartName="/ppt/slides/_rels/slide28.xml.rels" ContentType="application/vnd.openxmlformats-package.relationships+xml"/>
  <Override PartName="/ppt/slides/_rels/slide29.xml.rels" ContentType="application/vnd.openxmlformats-package.relationships+xml"/>
  <Override PartName="/ppt/slides/_rels/slide30.xml.rels" ContentType="application/vnd.openxmlformats-package.relationships+xml"/>
  <Override PartName="/ppt/slides/_rels/slide31.xml.rels" ContentType="application/vnd.openxmlformats-package.relationships+xml"/>
  <Override PartName="/ppt/slides/_rels/slide32.xml.rels" ContentType="application/vnd.openxmlformats-package.relationships+xml"/>
  <Override PartName="/ppt/slides/_rels/slide33.xml.rels" ContentType="application/vnd.openxmlformats-package.relationships+xml"/>
  <Override PartName="/ppt/slides/_rels/slide34.xml.rels" ContentType="application/vnd.openxmlformats-package.relationships+xml"/>
  <Override PartName="/ppt/slides/_rels/slide40.xml.rels" ContentType="application/vnd.openxmlformats-package.relationships+xml"/>
  <Override PartName="/ppt/slides/_rels/slide41.xml.rels" ContentType="application/vnd.openxmlformats-package.relationships+xml"/>
  <Override PartName="/ppt/slides/_rels/slide42.xml.rels" ContentType="application/vnd.openxmlformats-package.relationships+xml"/>
  <Override PartName="/ppt/slides/_rels/slide43.xml.rels" ContentType="application/vnd.openxmlformats-package.relationships+xml"/>
  <Override PartName="/ppt/slides/_rels/slide44.xml.rels" ContentType="application/vnd.openxmlformats-package.relationships+xml"/>
  <Override PartName="/ppt/slides/_rels/slide45.xml.rels" ContentType="application/vnd.openxmlformats-package.relationships+xml"/>
  <Override PartName="/ppt/slides/_rels/slide46.xml.rels" ContentType="application/vnd.openxmlformats-package.relationships+xml"/>
  <Override PartName="/ppt/slides/_rels/slide47.xml.rels" ContentType="application/vnd.openxmlformats-package.relationships+xml"/>
  <Override PartName="/ppt/presProps.xml" ContentType="application/vnd.openxmlformats-officedocument.presentationml.presProps+xml"/>
  <Override PartName="/ppt/_rels/presentation.xml.rels" ContentType="application/vnd.openxmlformats-package.relationships+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61" r:id="rId3"/>
    <p:sldMasterId id="2147483674"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Lst>
  <p:sldSz cx="12192000" cy="6858000"/>
  <p:notesSz cx="6858000" cy="121920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4.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5" name="PlaceHolder 1"/>
          <p:cNvSpPr>
            <a:spLocks noGrp="1"/>
          </p:cNvSpPr>
          <p:nvPr>
            <p:ph type="sldImg"/>
          </p:nvPr>
        </p:nvSpPr>
        <p:spPr>
          <a:xfrm>
            <a:off x="216000" y="812520"/>
            <a:ext cx="7127280" cy="4008960"/>
          </a:xfrm>
          <a:prstGeom prst="rect">
            <a:avLst/>
          </a:prstGeom>
          <a:noFill/>
          <a:ln w="0">
            <a:noFill/>
          </a:ln>
        </p:spPr>
        <p:txBody>
          <a:bodyPr lIns="0" rIns="0" tIns="0" bIns="0" anchor="ctr">
            <a:noAutofit/>
          </a:bodyPr>
          <a:p>
            <a:pPr algn="ctr">
              <a:buNone/>
            </a:pPr>
            <a:r>
              <a:rPr b="0" lang="fr-FR" sz="4400" spc="-1" strike="noStrike">
                <a:latin typeface="Arial"/>
              </a:rPr>
              <a:t>Cliquez pour déplacer la diapo</a:t>
            </a:r>
            <a:endParaRPr b="0" lang="fr-FR" sz="4400" spc="-1" strike="noStrike">
              <a:latin typeface="Arial"/>
            </a:endParaRPr>
          </a:p>
        </p:txBody>
      </p:sp>
      <p:sp>
        <p:nvSpPr>
          <p:cNvPr id="126"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r>
              <a:rPr b="0" lang="fr-FR" sz="2000" spc="-1" strike="noStrike">
                <a:latin typeface="Arial"/>
              </a:rPr>
              <a:t>Cliquez pour modifier le format des notes</a:t>
            </a:r>
            <a:endParaRPr b="0" lang="fr-FR" sz="2000" spc="-1" strike="noStrike">
              <a:latin typeface="Arial"/>
            </a:endParaRPr>
          </a:p>
        </p:txBody>
      </p:sp>
      <p:sp>
        <p:nvSpPr>
          <p:cNvPr id="127" name="PlaceHolder 3"/>
          <p:cNvSpPr>
            <a:spLocks noGrp="1"/>
          </p:cNvSpPr>
          <p:nvPr>
            <p:ph type="hdr"/>
          </p:nvPr>
        </p:nvSpPr>
        <p:spPr>
          <a:xfrm>
            <a:off x="0" y="0"/>
            <a:ext cx="3280680" cy="534240"/>
          </a:xfrm>
          <a:prstGeom prst="rect">
            <a:avLst/>
          </a:prstGeom>
          <a:noFill/>
          <a:ln w="0">
            <a:noFill/>
          </a:ln>
        </p:spPr>
        <p:txBody>
          <a:bodyPr lIns="0" rIns="0" tIns="0" bIns="0" anchor="t">
            <a:noAutofit/>
          </a:bodyPr>
          <a:p>
            <a:r>
              <a:rPr b="0" lang="fr-FR" sz="1400" spc="-1" strike="noStrike">
                <a:latin typeface="Times New Roman"/>
              </a:rPr>
              <a:t>&lt;en-tête&gt;</a:t>
            </a:r>
            <a:endParaRPr b="0" lang="fr-FR" sz="1400" spc="-1" strike="noStrike">
              <a:latin typeface="Times New Roman"/>
            </a:endParaRPr>
          </a:p>
        </p:txBody>
      </p:sp>
      <p:sp>
        <p:nvSpPr>
          <p:cNvPr id="128" name="PlaceHolder 4"/>
          <p:cNvSpPr>
            <a:spLocks noGrp="1"/>
          </p:cNvSpPr>
          <p:nvPr>
            <p:ph type="dt" idx="3"/>
          </p:nvPr>
        </p:nvSpPr>
        <p:spPr>
          <a:xfrm>
            <a:off x="4278960" y="0"/>
            <a:ext cx="3280680" cy="534240"/>
          </a:xfrm>
          <a:prstGeom prst="rect">
            <a:avLst/>
          </a:prstGeom>
          <a:noFill/>
          <a:ln w="0">
            <a:noFill/>
          </a:ln>
        </p:spPr>
        <p:txBody>
          <a:bodyPr lIns="0" rIns="0" tIns="0" bIns="0" anchor="t">
            <a:noAutofit/>
          </a:bodyPr>
          <a:lstStyle>
            <a:lvl1pPr algn="r">
              <a:buNone/>
              <a:defRPr b="0" lang="fr-FR" sz="1400" spc="-1" strike="noStrike">
                <a:latin typeface="Times New Roman"/>
              </a:defRPr>
            </a:lvl1pPr>
          </a:lstStyle>
          <a:p>
            <a:pPr algn="r">
              <a:buNone/>
            </a:pPr>
            <a:r>
              <a:rPr b="0" lang="fr-FR" sz="1400" spc="-1" strike="noStrike">
                <a:latin typeface="Times New Roman"/>
              </a:rPr>
              <a:t>&lt;date/heure&gt;</a:t>
            </a:r>
            <a:endParaRPr b="0" lang="fr-FR" sz="1400" spc="-1" strike="noStrike">
              <a:latin typeface="Times New Roman"/>
            </a:endParaRPr>
          </a:p>
        </p:txBody>
      </p:sp>
      <p:sp>
        <p:nvSpPr>
          <p:cNvPr id="129" name="PlaceHolder 5"/>
          <p:cNvSpPr>
            <a:spLocks noGrp="1"/>
          </p:cNvSpPr>
          <p:nvPr>
            <p:ph type="ftr" idx="4"/>
          </p:nvPr>
        </p:nvSpPr>
        <p:spPr>
          <a:xfrm>
            <a:off x="0" y="10157400"/>
            <a:ext cx="3280680" cy="534240"/>
          </a:xfrm>
          <a:prstGeom prst="rect">
            <a:avLst/>
          </a:prstGeom>
          <a:noFill/>
          <a:ln w="0">
            <a:noFill/>
          </a:ln>
        </p:spPr>
        <p:txBody>
          <a:bodyPr lIns="0" rIns="0" tIns="0" bIns="0" anchor="b">
            <a:noAutofit/>
          </a:bodyPr>
          <a:lstStyle>
            <a:lvl1pPr>
              <a:defRPr b="0" lang="fr-FR" sz="1400" spc="-1" strike="noStrike">
                <a:latin typeface="Times New Roman"/>
              </a:defRPr>
            </a:lvl1pPr>
          </a:lstStyle>
          <a:p>
            <a:r>
              <a:rPr b="0" lang="fr-FR" sz="1400" spc="-1" strike="noStrike">
                <a:latin typeface="Times New Roman"/>
              </a:rPr>
              <a:t>&lt;pied de page&gt;</a:t>
            </a:r>
            <a:endParaRPr b="0" lang="fr-FR" sz="1400" spc="-1" strike="noStrike">
              <a:latin typeface="Times New Roman"/>
            </a:endParaRPr>
          </a:p>
        </p:txBody>
      </p:sp>
      <p:sp>
        <p:nvSpPr>
          <p:cNvPr id="130" name="PlaceHolder 6"/>
          <p:cNvSpPr>
            <a:spLocks noGrp="1"/>
          </p:cNvSpPr>
          <p:nvPr>
            <p:ph type="sldNum" idx="5"/>
          </p:nvPr>
        </p:nvSpPr>
        <p:spPr>
          <a:xfrm>
            <a:off x="4278960" y="10157400"/>
            <a:ext cx="3280680" cy="534240"/>
          </a:xfrm>
          <a:prstGeom prst="rect">
            <a:avLst/>
          </a:prstGeom>
          <a:noFill/>
          <a:ln w="0">
            <a:noFill/>
          </a:ln>
        </p:spPr>
        <p:txBody>
          <a:bodyPr lIns="0" rIns="0" tIns="0" bIns="0" anchor="b">
            <a:noAutofit/>
          </a:bodyPr>
          <a:lstStyle>
            <a:lvl1pPr algn="r">
              <a:buNone/>
              <a:defRPr b="0" lang="fr-FR" sz="1400" spc="-1" strike="noStrike">
                <a:latin typeface="Times New Roman"/>
              </a:defRPr>
            </a:lvl1pPr>
          </a:lstStyle>
          <a:p>
            <a:pPr algn="r">
              <a:buNone/>
            </a:pPr>
            <a:fld id="{581F27CA-812E-4CDB-A2C2-B9DEF0402FF5}" type="slidenum">
              <a:rPr b="0" lang="fr-FR" sz="1400" spc="-1" strike="noStrike">
                <a:latin typeface="Times New Roman"/>
              </a:rPr>
              <a:t>&lt;numéro&gt;</a:t>
            </a:fld>
            <a:endParaRPr b="0" lang="fr-FR" sz="1400" spc="-1" strike="noStrike">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
</Relationships>
</file>

<file path=ppt/notesSlides/_rels/notesSlide14.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
</Relationships>
</file>

<file path=ppt/notesSlides/_rels/notesSlide15.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
</Relationships>
</file>

<file path=ppt/notesSlides/_rels/notesSlide16.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
</Relationships>
</file>

<file path=ppt/notesSlides/_rels/notesSlide17.xml.rels><?xml version="1.0" encoding="UTF-8"?>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
</Relationships>
</file>

<file path=ppt/notesSlides/_rels/notesSlide18.xml.rels><?xml version="1.0" encoding="UTF-8"?>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
</Relationships>
</file>

<file path=ppt/notesSlides/_rels/notesSlide19.xml.rels><?xml version="1.0" encoding="UTF-8"?>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
</Relationships>
</file>

<file path=ppt/notesSlides/_rels/notesSlide20.xml.rels><?xml version="1.0" encoding="UTF-8"?>
<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
</Relationships>
</file>

<file path=ppt/notesSlides/_rels/notesSlide21.xml.rels><?xml version="1.0" encoding="UTF-8"?>
<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
</Relationships>
</file>

<file path=ppt/notesSlides/_rels/notesSlide22.xml.rels><?xml version="1.0" encoding="UTF-8"?>
<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
</Relationships>
</file>

<file path=ppt/notesSlides/_rels/notesSlide23.xml.rels><?xml version="1.0" encoding="UTF-8"?>
<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
</Relationships>
</file>

<file path=ppt/notesSlides/_rels/notesSlide24.xml.rels><?xml version="1.0" encoding="UTF-8"?>
<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
</Relationships>
</file>

<file path=ppt/notesSlides/_rels/notesSlide25.xml.rels><?xml version="1.0" encoding="UTF-8"?>
<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
</Relationships>
</file>

<file path=ppt/notesSlides/_rels/notesSlide26.xml.rels><?xml version="1.0" encoding="UTF-8"?>
<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
</Relationships>
</file>

<file path=ppt/notesSlides/_rels/notesSlide27.xml.rels><?xml version="1.0" encoding="UTF-8"?>
<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
</Relationships>
</file>

<file path=ppt/notesSlides/_rels/notesSlide28.xml.rels><?xml version="1.0" encoding="UTF-8"?>
<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
</Relationships>
</file>

<file path=ppt/notesSlides/_rels/notesSlide29.xml.rels><?xml version="1.0" encoding="UTF-8"?>
<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
</Relationships>
</file>

<file path=ppt/notesSlides/_rels/notesSlide30.xml.rels><?xml version="1.0" encoding="UTF-8"?>
<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
</Relationships>
</file>

<file path=ppt/notesSlides/_rels/notesSlide31.xml.rels><?xml version="1.0" encoding="UTF-8"?>
<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
</Relationships>
</file>

<file path=ppt/notesSlides/_rels/notesSlide32.xml.rels><?xml version="1.0" encoding="UTF-8"?>
<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
</Relationships>
</file>

<file path=ppt/notesSlides/_rels/notesSlide33.xml.rels><?xml version="1.0" encoding="UTF-8"?>
<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
</Relationships>
</file>

<file path=ppt/notesSlides/_rels/notesSlide34.xml.rels><?xml version="1.0" encoding="UTF-8"?>
<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
</Relationships>
</file>

<file path=ppt/notesSlides/_rels/notesSlide35.xml.rels><?xml version="1.0" encoding="UTF-8"?>
<Relationships xmlns="http://schemas.openxmlformats.org/package/2006/relationships"><Relationship Id="rId1" Type="http://schemas.openxmlformats.org/officeDocument/2006/relationships/slide" Target="../slides/slide35.xml"/><Relationship Id="rId2" Type="http://schemas.openxmlformats.org/officeDocument/2006/relationships/notesMaster" Target="../notesMasters/notesMaster1.xml"/>
</Relationships>
</file>

<file path=ppt/notesSlides/_rels/notesSlide36.xml.rels><?xml version="1.0" encoding="UTF-8"?>
<Relationships xmlns="http://schemas.openxmlformats.org/package/2006/relationships"><Relationship Id="rId1" Type="http://schemas.openxmlformats.org/officeDocument/2006/relationships/slide" Target="../slides/slide36.xml"/><Relationship Id="rId2" Type="http://schemas.openxmlformats.org/officeDocument/2006/relationships/notesMaster" Target="../notesMasters/notesMaster1.xml"/>
</Relationships>
</file>

<file path=ppt/notesSlides/_rels/notesSlide37.xml.rels><?xml version="1.0" encoding="UTF-8"?>
<Relationships xmlns="http://schemas.openxmlformats.org/package/2006/relationships"><Relationship Id="rId1" Type="http://schemas.openxmlformats.org/officeDocument/2006/relationships/slide" Target="../slides/slide37.xml"/><Relationship Id="rId2" Type="http://schemas.openxmlformats.org/officeDocument/2006/relationships/notesMaster" Target="../notesMasters/notesMaster1.xml"/>
</Relationships>
</file>

<file path=ppt/notesSlides/_rels/notesSlide38.xml.rels><?xml version="1.0" encoding="UTF-8"?>
<Relationships xmlns="http://schemas.openxmlformats.org/package/2006/relationships"><Relationship Id="rId1" Type="http://schemas.openxmlformats.org/officeDocument/2006/relationships/slide" Target="../slides/slide38.xml"/><Relationship Id="rId2" Type="http://schemas.openxmlformats.org/officeDocument/2006/relationships/notesMaster" Target="../notesMasters/notesMaster1.xml"/>
</Relationships>
</file>

<file path=ppt/notesSlides/_rels/notesSlide39.xml.rels><?xml version="1.0" encoding="UTF-8"?>
<Relationships xmlns="http://schemas.openxmlformats.org/package/2006/relationships"><Relationship Id="rId1" Type="http://schemas.openxmlformats.org/officeDocument/2006/relationships/slide" Target="../slides/slide39.xml"/><Relationship Id="rId2" Type="http://schemas.openxmlformats.org/officeDocument/2006/relationships/notesMaster" Target="../notesMasters/notesMaster1.xml"/>
</Relationships>
</file>

<file path=ppt/notesSlides/_rels/notesSlide40.xml.rels><?xml version="1.0" encoding="UTF-8"?>
<Relationships xmlns="http://schemas.openxmlformats.org/package/2006/relationships"><Relationship Id="rId1" Type="http://schemas.openxmlformats.org/officeDocument/2006/relationships/slide" Target="../slides/slide40.xml"/><Relationship Id="rId2" Type="http://schemas.openxmlformats.org/officeDocument/2006/relationships/notesMaster" Target="../notesMasters/notesMaster1.xml"/>
</Relationships>
</file>

<file path=ppt/notesSlides/_rels/notesSlide41.xml.rels><?xml version="1.0" encoding="UTF-8"?>
<Relationships xmlns="http://schemas.openxmlformats.org/package/2006/relationships"><Relationship Id="rId1" Type="http://schemas.openxmlformats.org/officeDocument/2006/relationships/slide" Target="../slides/slide41.xml"/><Relationship Id="rId2" Type="http://schemas.openxmlformats.org/officeDocument/2006/relationships/notesMaster" Target="../notesMasters/notesMaster1.xml"/>
</Relationships>
</file>

<file path=ppt/notesSlides/_rels/notesSlide42.xml.rels><?xml version="1.0" encoding="UTF-8"?>
<Relationships xmlns="http://schemas.openxmlformats.org/package/2006/relationships"><Relationship Id="rId1" Type="http://schemas.openxmlformats.org/officeDocument/2006/relationships/slide" Target="../slides/slide42.xml"/><Relationship Id="rId2" Type="http://schemas.openxmlformats.org/officeDocument/2006/relationships/notesMaster" Target="../notesMasters/notesMaster1.xml"/>
</Relationships>
</file>

<file path=ppt/notesSlides/_rels/notesSlide43.xml.rels><?xml version="1.0" encoding="UTF-8"?>
<Relationships xmlns="http://schemas.openxmlformats.org/package/2006/relationships"><Relationship Id="rId1" Type="http://schemas.openxmlformats.org/officeDocument/2006/relationships/slide" Target="../slides/slide43.xml"/><Relationship Id="rId2" Type="http://schemas.openxmlformats.org/officeDocument/2006/relationships/notesMaster" Target="../notesMasters/notesMaster1.xml"/>
</Relationships>
</file>

<file path=ppt/notesSlides/_rels/notesSlide44.xml.rels><?xml version="1.0" encoding="UTF-8"?>
<Relationships xmlns="http://schemas.openxmlformats.org/package/2006/relationships"><Relationship Id="rId1" Type="http://schemas.openxmlformats.org/officeDocument/2006/relationships/slide" Target="../slides/slide44.xml"/><Relationship Id="rId2" Type="http://schemas.openxmlformats.org/officeDocument/2006/relationships/notesMaster" Target="../notesMasters/notesMaster1.xml"/>
</Relationships>
</file>

<file path=ppt/notesSlides/_rels/notesSlide45.xml.rels><?xml version="1.0" encoding="UTF-8"?>
<Relationships xmlns="http://schemas.openxmlformats.org/package/2006/relationships"><Relationship Id="rId1" Type="http://schemas.openxmlformats.org/officeDocument/2006/relationships/slide" Target="../slides/slide45.xml"/><Relationship Id="rId2" Type="http://schemas.openxmlformats.org/officeDocument/2006/relationships/notesMaster" Target="../notesMasters/notesMaster1.xml"/>
</Relationships>
</file>

<file path=ppt/notesSlides/_rels/notesSlide46.xml.rels><?xml version="1.0" encoding="UTF-8"?>
<Relationships xmlns="http://schemas.openxmlformats.org/package/2006/relationships"><Relationship Id="rId1" Type="http://schemas.openxmlformats.org/officeDocument/2006/relationships/slide" Target="../slides/slide46.xml"/><Relationship Id="rId2" Type="http://schemas.openxmlformats.org/officeDocument/2006/relationships/notesMaster" Target="../notesMasters/notesMaster1.xml"/>
</Relationships>
</file>

<file path=ppt/notesSlides/_rels/notesSlide47.xml.rels><?xml version="1.0" encoding="UTF-8"?>
<Relationships xmlns="http://schemas.openxmlformats.org/package/2006/relationships"><Relationship Id="rId1" Type="http://schemas.openxmlformats.org/officeDocument/2006/relationships/slide" Target="../slides/slide47.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84" name="PlaceHolder 1"/>
          <p:cNvSpPr>
            <a:spLocks noGrp="1"/>
          </p:cNvSpPr>
          <p:nvPr>
            <p:ph type="sldImg"/>
          </p:nvPr>
        </p:nvSpPr>
        <p:spPr>
          <a:xfrm>
            <a:off x="685800" y="1143000"/>
            <a:ext cx="5484600" cy="3084480"/>
          </a:xfrm>
          <a:prstGeom prst="rect">
            <a:avLst/>
          </a:prstGeom>
          <a:ln w="0">
            <a:noFill/>
          </a:ln>
        </p:spPr>
      </p:sp>
      <p:sp>
        <p:nvSpPr>
          <p:cNvPr id="685" name="PlaceHolder 2"/>
          <p:cNvSpPr>
            <a:spLocks noGrp="1"/>
          </p:cNvSpPr>
          <p:nvPr>
            <p:ph type="body"/>
          </p:nvPr>
        </p:nvSpPr>
        <p:spPr>
          <a:xfrm>
            <a:off x="685800" y="4400640"/>
            <a:ext cx="5484600" cy="3598560"/>
          </a:xfrm>
          <a:prstGeom prst="rect">
            <a:avLst/>
          </a:prstGeom>
          <a:noFill/>
          <a:ln w="0">
            <a:noFill/>
          </a:ln>
        </p:spPr>
        <p:txBody>
          <a:bodyPr lIns="0" rIns="0" tIns="0" bIns="0" anchor="t">
            <a:noAutofit/>
          </a:bodyPr>
          <a:p>
            <a:pPr marL="216000" indent="-216000">
              <a:lnSpc>
                <a:spcPct val="100000"/>
              </a:lnSpc>
              <a:buNone/>
              <a:tabLst>
                <a:tab algn="l" pos="0"/>
              </a:tabLst>
            </a:pPr>
            <a:r>
              <a:rPr b="0" lang="fr-FR" sz="2000" spc="-1" strike="noStrike">
                <a:latin typeface="Arial"/>
              </a:rPr>
              <a:t>Modèle à compléter par chaque groupe. Remplacez les crochets de la couverture. Ne supprimez aucun encadré « Attendu » : la grille de notation s'y réfère.</a:t>
            </a:r>
            <a:endParaRPr b="0" lang="fr-FR" sz="2000" spc="-1" strike="noStrike">
              <a:latin typeface="Arial"/>
            </a:endParaRPr>
          </a:p>
        </p:txBody>
      </p:sp>
      <p:sp>
        <p:nvSpPr>
          <p:cNvPr id="686" name="PlaceHolder 3"/>
          <p:cNvSpPr>
            <a:spLocks noGrp="1"/>
          </p:cNvSpPr>
          <p:nvPr>
            <p:ph type="sldNum" idx="52"/>
          </p:nvPr>
        </p:nvSpPr>
        <p:spPr>
          <a:xfrm>
            <a:off x="3884760" y="8685360"/>
            <a:ext cx="2970000" cy="45684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12394512-A155-48BC-AD1A-55E8C87C8CDA}"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87" name="PlaceHolder 1"/>
          <p:cNvSpPr>
            <a:spLocks noGrp="1"/>
          </p:cNvSpPr>
          <p:nvPr>
            <p:ph type="sldImg"/>
          </p:nvPr>
        </p:nvSpPr>
        <p:spPr>
          <a:xfrm>
            <a:off x="685800" y="1143000"/>
            <a:ext cx="5484600" cy="3084480"/>
          </a:xfrm>
          <a:prstGeom prst="rect">
            <a:avLst/>
          </a:prstGeom>
          <a:ln w="0">
            <a:noFill/>
          </a:ln>
        </p:spPr>
      </p:sp>
      <p:sp>
        <p:nvSpPr>
          <p:cNvPr id="688" name="PlaceHolder 2"/>
          <p:cNvSpPr>
            <a:spLocks noGrp="1"/>
          </p:cNvSpPr>
          <p:nvPr>
            <p:ph type="body"/>
          </p:nvPr>
        </p:nvSpPr>
        <p:spPr>
          <a:xfrm>
            <a:off x="685800" y="4400640"/>
            <a:ext cx="5484600" cy="3598560"/>
          </a:xfrm>
          <a:prstGeom prst="rect">
            <a:avLst/>
          </a:prstGeom>
          <a:noFill/>
          <a:ln w="0">
            <a:noFill/>
          </a:ln>
        </p:spPr>
        <p:txBody>
          <a:bodyPr lIns="0" rIns="0" tIns="0" bIns="0" anchor="t">
            <a:noAutofit/>
          </a:bodyPr>
          <a:p>
            <a:pPr marL="216000" indent="-216000">
              <a:lnSpc>
                <a:spcPct val="100000"/>
              </a:lnSpc>
              <a:buNone/>
              <a:tabLst>
                <a:tab algn="l" pos="0"/>
              </a:tabLst>
            </a:pPr>
            <a:r>
              <a:rPr b="0" lang="fr-FR" sz="2000" spc="-1" strike="noStrike">
                <a:latin typeface="Arial"/>
              </a:rPr>
              <a:t>Lisez cette page avant de rédiger. Les chiffres que vous reportez viennent de vos mesures (dq.dq_history, scans Soda, requêtes du notebook), jamais d'un autre groupe ni d'un tutoriel.</a:t>
            </a:r>
            <a:endParaRPr b="0" lang="fr-FR" sz="2000" spc="-1" strike="noStrike">
              <a:latin typeface="Arial"/>
            </a:endParaRPr>
          </a:p>
        </p:txBody>
      </p:sp>
      <p:sp>
        <p:nvSpPr>
          <p:cNvPr id="689" name="PlaceHolder 3"/>
          <p:cNvSpPr>
            <a:spLocks noGrp="1"/>
          </p:cNvSpPr>
          <p:nvPr>
            <p:ph type="sldNum" idx="53"/>
          </p:nvPr>
        </p:nvSpPr>
        <p:spPr>
          <a:xfrm>
            <a:off x="3884760" y="8685360"/>
            <a:ext cx="2970000" cy="45684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A55B34DC-E63E-4CDB-A4AF-3F372221BD34}"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90" name="PlaceHolder 1"/>
          <p:cNvSpPr>
            <a:spLocks noGrp="1"/>
          </p:cNvSpPr>
          <p:nvPr>
            <p:ph type="sldImg"/>
          </p:nvPr>
        </p:nvSpPr>
        <p:spPr>
          <a:xfrm>
            <a:off x="685800" y="1143000"/>
            <a:ext cx="5484600" cy="3084480"/>
          </a:xfrm>
          <a:prstGeom prst="rect">
            <a:avLst/>
          </a:prstGeom>
          <a:ln w="0">
            <a:noFill/>
          </a:ln>
        </p:spPr>
      </p:sp>
      <p:sp>
        <p:nvSpPr>
          <p:cNvPr id="691" name="PlaceHolder 2"/>
          <p:cNvSpPr>
            <a:spLocks noGrp="1"/>
          </p:cNvSpPr>
          <p:nvPr>
            <p:ph type="body"/>
          </p:nvPr>
        </p:nvSpPr>
        <p:spPr>
          <a:xfrm>
            <a:off x="685800" y="4400640"/>
            <a:ext cx="5484600" cy="3598560"/>
          </a:xfrm>
          <a:prstGeom prst="rect">
            <a:avLst/>
          </a:prstGeom>
          <a:noFill/>
          <a:ln w="0">
            <a:noFill/>
          </a:ln>
        </p:spPr>
        <p:txBody>
          <a:bodyPr lIns="0" rIns="0" tIns="0" bIns="0" anchor="t">
            <a:noAutofit/>
          </a:bodyPr>
          <a:p>
            <a:pPr marL="216000" indent="-216000">
              <a:lnSpc>
                <a:spcPct val="100000"/>
              </a:lnSpc>
              <a:buNone/>
              <a:tabLst>
                <a:tab algn="l" pos="0"/>
              </a:tabLst>
            </a:pPr>
            <a:r>
              <a:rPr b="0" lang="fr-FR" sz="2000" spc="-1" strike="noStrike">
                <a:latin typeface="Arial"/>
              </a:rPr>
              <a:t>La grille est celle du dossier go/no-go. Le livrable de séance et le dossier final sont évalués ensemble.</a:t>
            </a:r>
            <a:endParaRPr b="0" lang="fr-FR" sz="2000" spc="-1" strike="noStrike">
              <a:latin typeface="Arial"/>
            </a:endParaRPr>
          </a:p>
        </p:txBody>
      </p:sp>
      <p:sp>
        <p:nvSpPr>
          <p:cNvPr id="692" name="PlaceHolder 3"/>
          <p:cNvSpPr>
            <a:spLocks noGrp="1"/>
          </p:cNvSpPr>
          <p:nvPr>
            <p:ph type="sldNum" idx="54"/>
          </p:nvPr>
        </p:nvSpPr>
        <p:spPr>
          <a:xfrm>
            <a:off x="3884760" y="8685360"/>
            <a:ext cx="2970000" cy="45684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C3448AAE-971D-4C45-A6FF-8F24D721AC94}"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93" name="PlaceHolder 1"/>
          <p:cNvSpPr>
            <a:spLocks noGrp="1"/>
          </p:cNvSpPr>
          <p:nvPr>
            <p:ph type="sldImg"/>
          </p:nvPr>
        </p:nvSpPr>
        <p:spPr>
          <a:xfrm>
            <a:off x="685800" y="1143000"/>
            <a:ext cx="5484600" cy="3084480"/>
          </a:xfrm>
          <a:prstGeom prst="rect">
            <a:avLst/>
          </a:prstGeom>
          <a:ln w="0">
            <a:noFill/>
          </a:ln>
        </p:spPr>
      </p:sp>
      <p:sp>
        <p:nvSpPr>
          <p:cNvPr id="694" name="PlaceHolder 2"/>
          <p:cNvSpPr>
            <a:spLocks noGrp="1"/>
          </p:cNvSpPr>
          <p:nvPr>
            <p:ph type="body"/>
          </p:nvPr>
        </p:nvSpPr>
        <p:spPr>
          <a:xfrm>
            <a:off x="685800" y="4400640"/>
            <a:ext cx="5484600" cy="3598560"/>
          </a:xfrm>
          <a:prstGeom prst="rect">
            <a:avLst/>
          </a:prstGeom>
          <a:noFill/>
          <a:ln w="0">
            <a:noFill/>
          </a:ln>
        </p:spPr>
        <p:txBody>
          <a:bodyPr lIns="0" rIns="0" tIns="0" bIns="0" anchor="t">
            <a:noAutofit/>
          </a:bodyPr>
          <a:p>
            <a:pPr marL="216000" indent="-216000">
              <a:lnSpc>
                <a:spcPct val="100000"/>
              </a:lnSpc>
              <a:buNone/>
              <a:tabLst>
                <a:tab algn="l" pos="0"/>
              </a:tabLst>
            </a:pPr>
            <a:r>
              <a:rPr b="0" lang="fr-FR" sz="2000" spc="-1" strike="noStrike">
                <a:latin typeface="Arial"/>
              </a:rPr>
              <a:t>Renseignez cette page dès la fin de l'ouverture de S1, puis mettez-la à jour à chaque séance.</a:t>
            </a:r>
            <a:endParaRPr b="0" lang="fr-FR" sz="2000" spc="-1" strike="noStrike">
              <a:latin typeface="Arial"/>
            </a:endParaRPr>
          </a:p>
        </p:txBody>
      </p:sp>
      <p:sp>
        <p:nvSpPr>
          <p:cNvPr id="695" name="PlaceHolder 3"/>
          <p:cNvSpPr>
            <a:spLocks noGrp="1"/>
          </p:cNvSpPr>
          <p:nvPr>
            <p:ph type="sldNum" idx="55"/>
          </p:nvPr>
        </p:nvSpPr>
        <p:spPr>
          <a:xfrm>
            <a:off x="3884760" y="8685360"/>
            <a:ext cx="2970000" cy="45684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748F92E5-9199-4AAD-A11C-50258293A1B3}"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96" name="PlaceHolder 1"/>
          <p:cNvSpPr>
            <a:spLocks noGrp="1"/>
          </p:cNvSpPr>
          <p:nvPr>
            <p:ph type="sldImg"/>
          </p:nvPr>
        </p:nvSpPr>
        <p:spPr>
          <a:xfrm>
            <a:off x="685800" y="1143000"/>
            <a:ext cx="5484600" cy="3084480"/>
          </a:xfrm>
          <a:prstGeom prst="rect">
            <a:avLst/>
          </a:prstGeom>
          <a:ln w="0">
            <a:noFill/>
          </a:ln>
        </p:spPr>
      </p:sp>
      <p:sp>
        <p:nvSpPr>
          <p:cNvPr id="697" name="PlaceHolder 2"/>
          <p:cNvSpPr>
            <a:spLocks noGrp="1"/>
          </p:cNvSpPr>
          <p:nvPr>
            <p:ph type="body"/>
          </p:nvPr>
        </p:nvSpPr>
        <p:spPr>
          <a:xfrm>
            <a:off x="685800" y="4400640"/>
            <a:ext cx="5484600" cy="3598560"/>
          </a:xfrm>
          <a:prstGeom prst="rect">
            <a:avLst/>
          </a:prstGeom>
          <a:noFill/>
          <a:ln w="0">
            <a:noFill/>
          </a:ln>
        </p:spPr>
        <p:txBody>
          <a:bodyPr lIns="0" rIns="0" tIns="0" bIns="0" anchor="t">
            <a:noAutofit/>
          </a:bodyPr>
          <a:p>
            <a:pPr marL="216000" indent="-216000">
              <a:lnSpc>
                <a:spcPct val="100000"/>
              </a:lnSpc>
              <a:buNone/>
              <a:tabLst>
                <a:tab algn="l" pos="0"/>
              </a:tabLst>
            </a:pPr>
            <a:r>
              <a:rPr b="0" lang="fr-FR" sz="2000" spc="-1" strike="noStrike">
                <a:latin typeface="Arial"/>
              </a:rPr>
              <a:t>Cinq lignes par zone. Pas de copier-coller de l'énoncé : reformulez.</a:t>
            </a:r>
            <a:endParaRPr b="0" lang="fr-FR" sz="2000" spc="-1" strike="noStrike">
              <a:latin typeface="Arial"/>
            </a:endParaRPr>
          </a:p>
        </p:txBody>
      </p:sp>
      <p:sp>
        <p:nvSpPr>
          <p:cNvPr id="698" name="PlaceHolder 3"/>
          <p:cNvSpPr>
            <a:spLocks noGrp="1"/>
          </p:cNvSpPr>
          <p:nvPr>
            <p:ph type="sldNum" idx="56"/>
          </p:nvPr>
        </p:nvSpPr>
        <p:spPr>
          <a:xfrm>
            <a:off x="3884760" y="8685360"/>
            <a:ext cx="2970000" cy="45684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06D93E66-6DE3-4ADF-B9C7-25337BAEBF8D}"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99" name="PlaceHolder 1"/>
          <p:cNvSpPr>
            <a:spLocks noGrp="1"/>
          </p:cNvSpPr>
          <p:nvPr>
            <p:ph type="sldImg"/>
          </p:nvPr>
        </p:nvSpPr>
        <p:spPr>
          <a:xfrm>
            <a:off x="685800" y="1143000"/>
            <a:ext cx="5484600" cy="3084480"/>
          </a:xfrm>
          <a:prstGeom prst="rect">
            <a:avLst/>
          </a:prstGeom>
          <a:ln w="0">
            <a:noFill/>
          </a:ln>
        </p:spPr>
      </p:sp>
      <p:sp>
        <p:nvSpPr>
          <p:cNvPr id="700" name="PlaceHolder 2"/>
          <p:cNvSpPr>
            <a:spLocks noGrp="1"/>
          </p:cNvSpPr>
          <p:nvPr>
            <p:ph type="body"/>
          </p:nvPr>
        </p:nvSpPr>
        <p:spPr>
          <a:xfrm>
            <a:off x="685800" y="4400640"/>
            <a:ext cx="5484600" cy="3598560"/>
          </a:xfrm>
          <a:prstGeom prst="rect">
            <a:avLst/>
          </a:prstGeom>
          <a:noFill/>
          <a:ln w="0">
            <a:noFill/>
          </a:ln>
        </p:spPr>
        <p:txBody>
          <a:bodyPr lIns="0" rIns="0" tIns="0" bIns="0" anchor="t">
            <a:noAutofit/>
          </a:bodyPr>
          <a:p>
            <a:endParaRPr b="0" lang="fr-FR" sz="2000" spc="-1" strike="noStrike">
              <a:latin typeface="Arial"/>
            </a:endParaRPr>
          </a:p>
        </p:txBody>
      </p:sp>
      <p:sp>
        <p:nvSpPr>
          <p:cNvPr id="701" name="PlaceHolder 3"/>
          <p:cNvSpPr>
            <a:spLocks noGrp="1"/>
          </p:cNvSpPr>
          <p:nvPr>
            <p:ph type="sldNum" idx="57"/>
          </p:nvPr>
        </p:nvSpPr>
        <p:spPr>
          <a:xfrm>
            <a:off x="3884760" y="8685360"/>
            <a:ext cx="2970000" cy="45684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1485009F-45C9-4C6F-91B6-2C9F5725BB2E}"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02" name="PlaceHolder 1"/>
          <p:cNvSpPr>
            <a:spLocks noGrp="1"/>
          </p:cNvSpPr>
          <p:nvPr>
            <p:ph type="sldImg"/>
          </p:nvPr>
        </p:nvSpPr>
        <p:spPr>
          <a:xfrm>
            <a:off x="685800" y="1143000"/>
            <a:ext cx="5484600" cy="3084480"/>
          </a:xfrm>
          <a:prstGeom prst="rect">
            <a:avLst/>
          </a:prstGeom>
          <a:ln w="0">
            <a:noFill/>
          </a:ln>
        </p:spPr>
      </p:sp>
      <p:sp>
        <p:nvSpPr>
          <p:cNvPr id="703" name="PlaceHolder 2"/>
          <p:cNvSpPr>
            <a:spLocks noGrp="1"/>
          </p:cNvSpPr>
          <p:nvPr>
            <p:ph type="body"/>
          </p:nvPr>
        </p:nvSpPr>
        <p:spPr>
          <a:xfrm>
            <a:off x="685800" y="4400640"/>
            <a:ext cx="5484600" cy="3598560"/>
          </a:xfrm>
          <a:prstGeom prst="rect">
            <a:avLst/>
          </a:prstGeom>
          <a:noFill/>
          <a:ln w="0">
            <a:noFill/>
          </a:ln>
        </p:spPr>
        <p:txBody>
          <a:bodyPr lIns="0" rIns="0" tIns="0" bIns="0" anchor="t">
            <a:noAutofit/>
          </a:bodyPr>
          <a:p>
            <a:pPr marL="216000" indent="-216000">
              <a:lnSpc>
                <a:spcPct val="100000"/>
              </a:lnSpc>
              <a:buNone/>
              <a:tabLst>
                <a:tab algn="l" pos="0"/>
              </a:tabLst>
            </a:pPr>
            <a:r>
              <a:rPr b="0" lang="fr-FR" sz="2000" spc="-1" strike="noStrike">
                <a:latin typeface="Arial"/>
              </a:rPr>
              <a:t>Consigne : comptez avec une requête, pas à l'œil. Indiquez le notebook qui contient la requête.</a:t>
            </a:r>
            <a:endParaRPr b="0" lang="fr-FR" sz="2000" spc="-1" strike="noStrike">
              <a:latin typeface="Arial"/>
            </a:endParaRPr>
          </a:p>
        </p:txBody>
      </p:sp>
      <p:sp>
        <p:nvSpPr>
          <p:cNvPr id="704" name="PlaceHolder 3"/>
          <p:cNvSpPr>
            <a:spLocks noGrp="1"/>
          </p:cNvSpPr>
          <p:nvPr>
            <p:ph type="sldNum" idx="58"/>
          </p:nvPr>
        </p:nvSpPr>
        <p:spPr>
          <a:xfrm>
            <a:off x="3884760" y="8685360"/>
            <a:ext cx="2970000" cy="45684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29F81DEA-7924-410C-B435-8DDCF9102695}"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05" name="PlaceHolder 1"/>
          <p:cNvSpPr>
            <a:spLocks noGrp="1"/>
          </p:cNvSpPr>
          <p:nvPr>
            <p:ph type="sldImg"/>
          </p:nvPr>
        </p:nvSpPr>
        <p:spPr>
          <a:xfrm>
            <a:off x="685800" y="1143000"/>
            <a:ext cx="5484600" cy="3084480"/>
          </a:xfrm>
          <a:prstGeom prst="rect">
            <a:avLst/>
          </a:prstGeom>
          <a:ln w="0">
            <a:noFill/>
          </a:ln>
        </p:spPr>
      </p:sp>
      <p:sp>
        <p:nvSpPr>
          <p:cNvPr id="706" name="PlaceHolder 2"/>
          <p:cNvSpPr>
            <a:spLocks noGrp="1"/>
          </p:cNvSpPr>
          <p:nvPr>
            <p:ph type="body"/>
          </p:nvPr>
        </p:nvSpPr>
        <p:spPr>
          <a:xfrm>
            <a:off x="685800" y="4400640"/>
            <a:ext cx="5484600" cy="3598560"/>
          </a:xfrm>
          <a:prstGeom prst="rect">
            <a:avLst/>
          </a:prstGeom>
          <a:noFill/>
          <a:ln w="0">
            <a:noFill/>
          </a:ln>
        </p:spPr>
        <p:txBody>
          <a:bodyPr lIns="0" rIns="0" tIns="0" bIns="0" anchor="t">
            <a:noAutofit/>
          </a:bodyPr>
          <a:p>
            <a:pPr marL="216000" indent="-216000">
              <a:lnSpc>
                <a:spcPct val="100000"/>
              </a:lnSpc>
              <a:buNone/>
              <a:tabLst>
                <a:tab algn="l" pos="0"/>
              </a:tabLst>
            </a:pPr>
            <a:r>
              <a:rPr b="0" lang="fr-FR" sz="2000" spc="-1" strike="noStrike">
                <a:latin typeface="Arial"/>
              </a:rPr>
              <a:t>Consigne : la porte B juge la fidélité de la copie, pas la qualité des valeurs. Un écart nul est un résultat à documenter.</a:t>
            </a:r>
            <a:endParaRPr b="0" lang="fr-FR" sz="2000" spc="-1" strike="noStrike">
              <a:latin typeface="Arial"/>
            </a:endParaRPr>
          </a:p>
        </p:txBody>
      </p:sp>
      <p:sp>
        <p:nvSpPr>
          <p:cNvPr id="707" name="PlaceHolder 3"/>
          <p:cNvSpPr>
            <a:spLocks noGrp="1"/>
          </p:cNvSpPr>
          <p:nvPr>
            <p:ph type="sldNum" idx="59"/>
          </p:nvPr>
        </p:nvSpPr>
        <p:spPr>
          <a:xfrm>
            <a:off x="3884760" y="8685360"/>
            <a:ext cx="2970000" cy="45684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A615E312-76E6-42E5-993B-9078EE9523BE}"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08" name="PlaceHolder 1"/>
          <p:cNvSpPr>
            <a:spLocks noGrp="1"/>
          </p:cNvSpPr>
          <p:nvPr>
            <p:ph type="sldImg"/>
          </p:nvPr>
        </p:nvSpPr>
        <p:spPr>
          <a:xfrm>
            <a:off x="685800" y="1143000"/>
            <a:ext cx="5484600" cy="3084480"/>
          </a:xfrm>
          <a:prstGeom prst="rect">
            <a:avLst/>
          </a:prstGeom>
          <a:ln w="0">
            <a:noFill/>
          </a:ln>
        </p:spPr>
      </p:sp>
      <p:sp>
        <p:nvSpPr>
          <p:cNvPr id="709" name="PlaceHolder 2"/>
          <p:cNvSpPr>
            <a:spLocks noGrp="1"/>
          </p:cNvSpPr>
          <p:nvPr>
            <p:ph type="body"/>
          </p:nvPr>
        </p:nvSpPr>
        <p:spPr>
          <a:xfrm>
            <a:off x="685800" y="4400640"/>
            <a:ext cx="5484600" cy="3598560"/>
          </a:xfrm>
          <a:prstGeom prst="rect">
            <a:avLst/>
          </a:prstGeom>
          <a:noFill/>
          <a:ln w="0">
            <a:noFill/>
          </a:ln>
        </p:spPr>
        <p:txBody>
          <a:bodyPr lIns="0" rIns="0" tIns="0" bIns="0" anchor="t">
            <a:noAutofit/>
          </a:bodyPr>
          <a:p>
            <a:pPr marL="216000" indent="-216000">
              <a:lnSpc>
                <a:spcPct val="100000"/>
              </a:lnSpc>
              <a:buNone/>
              <a:tabLst>
                <a:tab algn="l" pos="0"/>
              </a:tabLst>
            </a:pPr>
            <a:r>
              <a:rPr b="0" lang="fr-FR" sz="2000" spc="-1" strike="noStrike">
                <a:latin typeface="Arial"/>
              </a:rPr>
              <a:t>Consigne : l'épreuve de l'écart volontaire prouve que votre porte détecte quelque chose. Sans elle, une porte toujours verte ne prouve rien.</a:t>
            </a:r>
            <a:endParaRPr b="0" lang="fr-FR" sz="2000" spc="-1" strike="noStrike">
              <a:latin typeface="Arial"/>
            </a:endParaRPr>
          </a:p>
        </p:txBody>
      </p:sp>
      <p:sp>
        <p:nvSpPr>
          <p:cNvPr id="710" name="PlaceHolder 3"/>
          <p:cNvSpPr>
            <a:spLocks noGrp="1"/>
          </p:cNvSpPr>
          <p:nvPr>
            <p:ph type="sldNum" idx="60"/>
          </p:nvPr>
        </p:nvSpPr>
        <p:spPr>
          <a:xfrm>
            <a:off x="3884760" y="8685360"/>
            <a:ext cx="2970000" cy="45684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CF71B3E7-83FF-4A18-98F4-3D2BC4406469}"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11" name="PlaceHolder 1"/>
          <p:cNvSpPr>
            <a:spLocks noGrp="1"/>
          </p:cNvSpPr>
          <p:nvPr>
            <p:ph type="sldImg"/>
          </p:nvPr>
        </p:nvSpPr>
        <p:spPr>
          <a:xfrm>
            <a:off x="685800" y="1143000"/>
            <a:ext cx="5484600" cy="3084480"/>
          </a:xfrm>
          <a:prstGeom prst="rect">
            <a:avLst/>
          </a:prstGeom>
          <a:ln w="0">
            <a:noFill/>
          </a:ln>
        </p:spPr>
      </p:sp>
      <p:sp>
        <p:nvSpPr>
          <p:cNvPr id="712" name="PlaceHolder 2"/>
          <p:cNvSpPr>
            <a:spLocks noGrp="1"/>
          </p:cNvSpPr>
          <p:nvPr>
            <p:ph type="body"/>
          </p:nvPr>
        </p:nvSpPr>
        <p:spPr>
          <a:xfrm>
            <a:off x="685800" y="4400640"/>
            <a:ext cx="5484600" cy="3598560"/>
          </a:xfrm>
          <a:prstGeom prst="rect">
            <a:avLst/>
          </a:prstGeom>
          <a:noFill/>
          <a:ln w="0">
            <a:noFill/>
          </a:ln>
        </p:spPr>
        <p:txBody>
          <a:bodyPr lIns="0" rIns="0" tIns="0" bIns="0" anchor="t">
            <a:noAutofit/>
          </a:bodyPr>
          <a:p>
            <a:pPr marL="216000" indent="-216000">
              <a:lnSpc>
                <a:spcPct val="100000"/>
              </a:lnSpc>
              <a:buNone/>
              <a:tabLst>
                <a:tab algn="l" pos="0"/>
              </a:tabLst>
            </a:pPr>
            <a:r>
              <a:rPr b="0" lang="fr-FR" sz="2000" spc="-1" strike="noStrike">
                <a:latin typeface="Arial"/>
              </a:rPr>
              <a:t>Consigne : distinguez NULL, vide et blanc. Un constat sans valeur mesurée n'en est pas un.</a:t>
            </a:r>
            <a:endParaRPr b="0" lang="fr-FR" sz="2000" spc="-1" strike="noStrike">
              <a:latin typeface="Arial"/>
            </a:endParaRPr>
          </a:p>
        </p:txBody>
      </p:sp>
      <p:sp>
        <p:nvSpPr>
          <p:cNvPr id="713" name="PlaceHolder 3"/>
          <p:cNvSpPr>
            <a:spLocks noGrp="1"/>
          </p:cNvSpPr>
          <p:nvPr>
            <p:ph type="sldNum" idx="61"/>
          </p:nvPr>
        </p:nvSpPr>
        <p:spPr>
          <a:xfrm>
            <a:off x="3884760" y="8685360"/>
            <a:ext cx="2970000" cy="45684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6C06678D-20B7-4440-B9A0-0536DCD5BC11}"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14" name="PlaceHolder 1"/>
          <p:cNvSpPr>
            <a:spLocks noGrp="1"/>
          </p:cNvSpPr>
          <p:nvPr>
            <p:ph type="sldImg"/>
          </p:nvPr>
        </p:nvSpPr>
        <p:spPr>
          <a:xfrm>
            <a:off x="685800" y="1143000"/>
            <a:ext cx="5484600" cy="3084480"/>
          </a:xfrm>
          <a:prstGeom prst="rect">
            <a:avLst/>
          </a:prstGeom>
          <a:ln w="0">
            <a:noFill/>
          </a:ln>
        </p:spPr>
      </p:sp>
      <p:sp>
        <p:nvSpPr>
          <p:cNvPr id="715" name="PlaceHolder 2"/>
          <p:cNvSpPr>
            <a:spLocks noGrp="1"/>
          </p:cNvSpPr>
          <p:nvPr>
            <p:ph type="body"/>
          </p:nvPr>
        </p:nvSpPr>
        <p:spPr>
          <a:xfrm>
            <a:off x="685800" y="4400640"/>
            <a:ext cx="5484600" cy="3598560"/>
          </a:xfrm>
          <a:prstGeom prst="rect">
            <a:avLst/>
          </a:prstGeom>
          <a:noFill/>
          <a:ln w="0">
            <a:noFill/>
          </a:ln>
        </p:spPr>
        <p:txBody>
          <a:bodyPr lIns="0" rIns="0" tIns="0" bIns="0" anchor="t">
            <a:noAutofit/>
          </a:bodyPr>
          <a:p>
            <a:pPr marL="216000" indent="-216000">
              <a:lnSpc>
                <a:spcPct val="100000"/>
              </a:lnSpc>
              <a:buNone/>
              <a:tabLst>
                <a:tab algn="l" pos="0"/>
              </a:tabLst>
            </a:pPr>
            <a:r>
              <a:rPr b="0" lang="fr-FR" sz="2000" spc="-1" strike="noStrike">
                <a:latin typeface="Arial"/>
              </a:rPr>
              <a:t>Consigne : une justification est un chiffre (taux de valeurs au format X, nombre de distincts, plage), pas une impression.</a:t>
            </a:r>
            <a:endParaRPr b="0" lang="fr-FR" sz="2000" spc="-1" strike="noStrike">
              <a:latin typeface="Arial"/>
            </a:endParaRPr>
          </a:p>
        </p:txBody>
      </p:sp>
      <p:sp>
        <p:nvSpPr>
          <p:cNvPr id="716" name="PlaceHolder 3"/>
          <p:cNvSpPr>
            <a:spLocks noGrp="1"/>
          </p:cNvSpPr>
          <p:nvPr>
            <p:ph type="sldNum" idx="62"/>
          </p:nvPr>
        </p:nvSpPr>
        <p:spPr>
          <a:xfrm>
            <a:off x="3884760" y="8685360"/>
            <a:ext cx="2970000" cy="45684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3FA3CF68-BBF5-4F95-B3A3-EFE76D84CDA4}"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17" name="PlaceHolder 1"/>
          <p:cNvSpPr>
            <a:spLocks noGrp="1"/>
          </p:cNvSpPr>
          <p:nvPr>
            <p:ph type="sldImg"/>
          </p:nvPr>
        </p:nvSpPr>
        <p:spPr>
          <a:xfrm>
            <a:off x="685800" y="1143000"/>
            <a:ext cx="5484600" cy="3084480"/>
          </a:xfrm>
          <a:prstGeom prst="rect">
            <a:avLst/>
          </a:prstGeom>
          <a:ln w="0">
            <a:noFill/>
          </a:ln>
        </p:spPr>
      </p:sp>
      <p:sp>
        <p:nvSpPr>
          <p:cNvPr id="718" name="PlaceHolder 2"/>
          <p:cNvSpPr>
            <a:spLocks noGrp="1"/>
          </p:cNvSpPr>
          <p:nvPr>
            <p:ph type="body"/>
          </p:nvPr>
        </p:nvSpPr>
        <p:spPr>
          <a:xfrm>
            <a:off x="685800" y="4400640"/>
            <a:ext cx="5484600" cy="3598560"/>
          </a:xfrm>
          <a:prstGeom prst="rect">
            <a:avLst/>
          </a:prstGeom>
          <a:noFill/>
          <a:ln w="0">
            <a:noFill/>
          </a:ln>
        </p:spPr>
        <p:txBody>
          <a:bodyPr lIns="0" rIns="0" tIns="0" bIns="0" anchor="t">
            <a:noAutofit/>
          </a:bodyPr>
          <a:p>
            <a:pPr marL="216000" indent="-216000">
              <a:lnSpc>
                <a:spcPct val="100000"/>
              </a:lnSpc>
              <a:buNone/>
              <a:tabLst>
                <a:tab algn="l" pos="0"/>
              </a:tabLst>
            </a:pPr>
            <a:r>
              <a:rPr b="0" lang="fr-FR" sz="2000" spc="-1" strike="noStrike">
                <a:latin typeface="Arial"/>
              </a:rPr>
              <a:t>Consigne : les trois chiffres sont vrais pour trois questions différentes. Le problème est la définition.</a:t>
            </a:r>
            <a:endParaRPr b="0" lang="fr-FR" sz="2000" spc="-1" strike="noStrike">
              <a:latin typeface="Arial"/>
            </a:endParaRPr>
          </a:p>
        </p:txBody>
      </p:sp>
      <p:sp>
        <p:nvSpPr>
          <p:cNvPr id="719" name="PlaceHolder 3"/>
          <p:cNvSpPr>
            <a:spLocks noGrp="1"/>
          </p:cNvSpPr>
          <p:nvPr>
            <p:ph type="sldNum" idx="63"/>
          </p:nvPr>
        </p:nvSpPr>
        <p:spPr>
          <a:xfrm>
            <a:off x="3884760" y="8685360"/>
            <a:ext cx="2970000" cy="45684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961A1AFD-0D4B-4624-94EC-DEC5EBE02EA6}"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0" name="PlaceHolder 1"/>
          <p:cNvSpPr>
            <a:spLocks noGrp="1"/>
          </p:cNvSpPr>
          <p:nvPr>
            <p:ph type="sldImg"/>
          </p:nvPr>
        </p:nvSpPr>
        <p:spPr>
          <a:xfrm>
            <a:off x="685800" y="1143000"/>
            <a:ext cx="5484600" cy="3084480"/>
          </a:xfrm>
          <a:prstGeom prst="rect">
            <a:avLst/>
          </a:prstGeom>
          <a:ln w="0">
            <a:noFill/>
          </a:ln>
        </p:spPr>
      </p:sp>
      <p:sp>
        <p:nvSpPr>
          <p:cNvPr id="721" name="PlaceHolder 2"/>
          <p:cNvSpPr>
            <a:spLocks noGrp="1"/>
          </p:cNvSpPr>
          <p:nvPr>
            <p:ph type="body"/>
          </p:nvPr>
        </p:nvSpPr>
        <p:spPr>
          <a:xfrm>
            <a:off x="685800" y="4400640"/>
            <a:ext cx="5484600" cy="3598560"/>
          </a:xfrm>
          <a:prstGeom prst="rect">
            <a:avLst/>
          </a:prstGeom>
          <a:noFill/>
          <a:ln w="0">
            <a:noFill/>
          </a:ln>
        </p:spPr>
        <p:txBody>
          <a:bodyPr lIns="0" rIns="0" tIns="0" bIns="0" anchor="t">
            <a:noAutofit/>
          </a:bodyPr>
          <a:p>
            <a:pPr marL="216000" indent="-216000">
              <a:lnSpc>
                <a:spcPct val="100000"/>
              </a:lnSpc>
              <a:buNone/>
              <a:tabLst>
                <a:tab algn="l" pos="0"/>
              </a:tabLst>
            </a:pPr>
            <a:r>
              <a:rPr b="0" lang="fr-FR" sz="2000" spc="-1" strike="noStrike">
                <a:latin typeface="Arial"/>
              </a:rPr>
              <a:t>Consigne : cochez uniquement ce que vous pouvez montrer. Une case non cochée et expliquée vaut mieux qu'une case cochée sans preuve.</a:t>
            </a:r>
            <a:endParaRPr b="0" lang="fr-FR" sz="2000" spc="-1" strike="noStrike">
              <a:latin typeface="Arial"/>
            </a:endParaRPr>
          </a:p>
        </p:txBody>
      </p:sp>
      <p:sp>
        <p:nvSpPr>
          <p:cNvPr id="722" name="PlaceHolder 3"/>
          <p:cNvSpPr>
            <a:spLocks noGrp="1"/>
          </p:cNvSpPr>
          <p:nvPr>
            <p:ph type="sldNum" idx="64"/>
          </p:nvPr>
        </p:nvSpPr>
        <p:spPr>
          <a:xfrm>
            <a:off x="3884760" y="8685360"/>
            <a:ext cx="2970000" cy="45684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1E0C634A-6440-4720-987C-9BC14E0A132A}"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3" name="PlaceHolder 1"/>
          <p:cNvSpPr>
            <a:spLocks noGrp="1"/>
          </p:cNvSpPr>
          <p:nvPr>
            <p:ph type="sldImg"/>
          </p:nvPr>
        </p:nvSpPr>
        <p:spPr>
          <a:xfrm>
            <a:off x="685800" y="1143000"/>
            <a:ext cx="5484600" cy="3084480"/>
          </a:xfrm>
          <a:prstGeom prst="rect">
            <a:avLst/>
          </a:prstGeom>
          <a:ln w="0">
            <a:noFill/>
          </a:ln>
        </p:spPr>
      </p:sp>
      <p:sp>
        <p:nvSpPr>
          <p:cNvPr id="724" name="PlaceHolder 2"/>
          <p:cNvSpPr>
            <a:spLocks noGrp="1"/>
          </p:cNvSpPr>
          <p:nvPr>
            <p:ph type="body"/>
          </p:nvPr>
        </p:nvSpPr>
        <p:spPr>
          <a:xfrm>
            <a:off x="685800" y="4400640"/>
            <a:ext cx="5484600" cy="3598560"/>
          </a:xfrm>
          <a:prstGeom prst="rect">
            <a:avLst/>
          </a:prstGeom>
          <a:noFill/>
          <a:ln w="0">
            <a:noFill/>
          </a:ln>
        </p:spPr>
        <p:txBody>
          <a:bodyPr lIns="0" rIns="0" tIns="0" bIns="0" anchor="t">
            <a:noAutofit/>
          </a:bodyPr>
          <a:p>
            <a:endParaRPr b="0" lang="fr-FR" sz="2000" spc="-1" strike="noStrike">
              <a:latin typeface="Arial"/>
            </a:endParaRPr>
          </a:p>
        </p:txBody>
      </p:sp>
      <p:sp>
        <p:nvSpPr>
          <p:cNvPr id="725" name="PlaceHolder 3"/>
          <p:cNvSpPr>
            <a:spLocks noGrp="1"/>
          </p:cNvSpPr>
          <p:nvPr>
            <p:ph type="sldNum" idx="65"/>
          </p:nvPr>
        </p:nvSpPr>
        <p:spPr>
          <a:xfrm>
            <a:off x="3884760" y="8685360"/>
            <a:ext cx="2970000" cy="45684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1CFC1081-D3A3-4156-A2AC-B2295B5EA84C}"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1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6" name="PlaceHolder 1"/>
          <p:cNvSpPr>
            <a:spLocks noGrp="1"/>
          </p:cNvSpPr>
          <p:nvPr>
            <p:ph type="sldImg"/>
          </p:nvPr>
        </p:nvSpPr>
        <p:spPr>
          <a:xfrm>
            <a:off x="685800" y="1143000"/>
            <a:ext cx="5484600" cy="3084480"/>
          </a:xfrm>
          <a:prstGeom prst="rect">
            <a:avLst/>
          </a:prstGeom>
          <a:ln w="0">
            <a:noFill/>
          </a:ln>
        </p:spPr>
      </p:sp>
      <p:sp>
        <p:nvSpPr>
          <p:cNvPr id="727" name="PlaceHolder 2"/>
          <p:cNvSpPr>
            <a:spLocks noGrp="1"/>
          </p:cNvSpPr>
          <p:nvPr>
            <p:ph type="body"/>
          </p:nvPr>
        </p:nvSpPr>
        <p:spPr>
          <a:xfrm>
            <a:off x="685800" y="4400640"/>
            <a:ext cx="5484600" cy="3598560"/>
          </a:xfrm>
          <a:prstGeom prst="rect">
            <a:avLst/>
          </a:prstGeom>
          <a:noFill/>
          <a:ln w="0">
            <a:noFill/>
          </a:ln>
        </p:spPr>
        <p:txBody>
          <a:bodyPr lIns="0" rIns="0" tIns="0" bIns="0" anchor="t">
            <a:noAutofit/>
          </a:bodyPr>
          <a:p>
            <a:pPr marL="216000" indent="-216000">
              <a:lnSpc>
                <a:spcPct val="100000"/>
              </a:lnSpc>
              <a:buNone/>
              <a:tabLst>
                <a:tab algn="l" pos="0"/>
              </a:tabLst>
            </a:pPr>
            <a:r>
              <a:rPr b="0" lang="fr-FR" sz="2000" spc="-1" strike="noStrike">
                <a:latin typeface="Arial"/>
              </a:rPr>
              <a:t>Consigne : un taux sans nombre de lignes testées est ininterprétable. Reportez les deux.</a:t>
            </a:r>
            <a:endParaRPr b="0" lang="fr-FR" sz="2000" spc="-1" strike="noStrike">
              <a:latin typeface="Arial"/>
            </a:endParaRPr>
          </a:p>
        </p:txBody>
      </p:sp>
      <p:sp>
        <p:nvSpPr>
          <p:cNvPr id="728" name="PlaceHolder 3"/>
          <p:cNvSpPr>
            <a:spLocks noGrp="1"/>
          </p:cNvSpPr>
          <p:nvPr>
            <p:ph type="sldNum" idx="66"/>
          </p:nvPr>
        </p:nvSpPr>
        <p:spPr>
          <a:xfrm>
            <a:off x="3884760" y="8685360"/>
            <a:ext cx="2970000" cy="45684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95FBC8D1-C8E8-4140-9269-B96A551ED2B9}"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1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9" name="PlaceHolder 1"/>
          <p:cNvSpPr>
            <a:spLocks noGrp="1"/>
          </p:cNvSpPr>
          <p:nvPr>
            <p:ph type="sldImg"/>
          </p:nvPr>
        </p:nvSpPr>
        <p:spPr>
          <a:xfrm>
            <a:off x="685800" y="1143000"/>
            <a:ext cx="5484600" cy="3084480"/>
          </a:xfrm>
          <a:prstGeom prst="rect">
            <a:avLst/>
          </a:prstGeom>
          <a:ln w="0">
            <a:noFill/>
          </a:ln>
        </p:spPr>
      </p:sp>
      <p:sp>
        <p:nvSpPr>
          <p:cNvPr id="730" name="PlaceHolder 2"/>
          <p:cNvSpPr>
            <a:spLocks noGrp="1"/>
          </p:cNvSpPr>
          <p:nvPr>
            <p:ph type="body"/>
          </p:nvPr>
        </p:nvSpPr>
        <p:spPr>
          <a:xfrm>
            <a:off x="685800" y="4400640"/>
            <a:ext cx="5484600" cy="3598560"/>
          </a:xfrm>
          <a:prstGeom prst="rect">
            <a:avLst/>
          </a:prstGeom>
          <a:noFill/>
          <a:ln w="0">
            <a:noFill/>
          </a:ln>
        </p:spPr>
        <p:txBody>
          <a:bodyPr lIns="0" rIns="0" tIns="0" bIns="0" anchor="t">
            <a:noAutofit/>
          </a:bodyPr>
          <a:p>
            <a:pPr marL="216000" indent="-216000">
              <a:lnSpc>
                <a:spcPct val="100000"/>
              </a:lnSpc>
              <a:buNone/>
              <a:tabLst>
                <a:tab algn="l" pos="0"/>
              </a:tabLst>
            </a:pPr>
            <a:r>
              <a:rPr b="0" lang="fr-FR" sz="2000" spc="-1" strike="noStrike">
                <a:latin typeface="Arial"/>
              </a:rPr>
              <a:t>Consigne : nommez la famille d'erreur. « Valeurs incorrectes » n'est pas une famille.</a:t>
            </a:r>
            <a:endParaRPr b="0" lang="fr-FR" sz="2000" spc="-1" strike="noStrike">
              <a:latin typeface="Arial"/>
            </a:endParaRPr>
          </a:p>
        </p:txBody>
      </p:sp>
      <p:sp>
        <p:nvSpPr>
          <p:cNvPr id="731" name="PlaceHolder 3"/>
          <p:cNvSpPr>
            <a:spLocks noGrp="1"/>
          </p:cNvSpPr>
          <p:nvPr>
            <p:ph type="sldNum" idx="67"/>
          </p:nvPr>
        </p:nvSpPr>
        <p:spPr>
          <a:xfrm>
            <a:off x="3884760" y="8685360"/>
            <a:ext cx="2970000" cy="45684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A2D2BE68-BECD-46DE-8DC5-89ACB4DF7C11}"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1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32" name="PlaceHolder 1"/>
          <p:cNvSpPr>
            <a:spLocks noGrp="1"/>
          </p:cNvSpPr>
          <p:nvPr>
            <p:ph type="sldImg"/>
          </p:nvPr>
        </p:nvSpPr>
        <p:spPr>
          <a:xfrm>
            <a:off x="685800" y="1143000"/>
            <a:ext cx="5484600" cy="3084480"/>
          </a:xfrm>
          <a:prstGeom prst="rect">
            <a:avLst/>
          </a:prstGeom>
          <a:ln w="0">
            <a:noFill/>
          </a:ln>
        </p:spPr>
      </p:sp>
      <p:sp>
        <p:nvSpPr>
          <p:cNvPr id="733" name="PlaceHolder 2"/>
          <p:cNvSpPr>
            <a:spLocks noGrp="1"/>
          </p:cNvSpPr>
          <p:nvPr>
            <p:ph type="body"/>
          </p:nvPr>
        </p:nvSpPr>
        <p:spPr>
          <a:xfrm>
            <a:off x="685800" y="4400640"/>
            <a:ext cx="5484600" cy="3598560"/>
          </a:xfrm>
          <a:prstGeom prst="rect">
            <a:avLst/>
          </a:prstGeom>
          <a:noFill/>
          <a:ln w="0">
            <a:noFill/>
          </a:ln>
        </p:spPr>
        <p:txBody>
          <a:bodyPr lIns="0" rIns="0" tIns="0" bIns="0" anchor="t">
            <a:noAutofit/>
          </a:bodyPr>
          <a:p>
            <a:pPr marL="216000" indent="-216000">
              <a:lnSpc>
                <a:spcPct val="100000"/>
              </a:lnSpc>
              <a:buNone/>
              <a:tabLst>
                <a:tab algn="l" pos="0"/>
              </a:tabLst>
            </a:pPr>
            <a:r>
              <a:rPr b="0" lang="fr-FR" sz="2000" spc="-1" strike="noStrike">
                <a:latin typeface="Arial"/>
              </a:rPr>
              <a:t>Consigne : la phrase de synthèse doit contenir un chiffre et la couche concernée.</a:t>
            </a:r>
            <a:endParaRPr b="0" lang="fr-FR" sz="2000" spc="-1" strike="noStrike">
              <a:latin typeface="Arial"/>
            </a:endParaRPr>
          </a:p>
        </p:txBody>
      </p:sp>
      <p:sp>
        <p:nvSpPr>
          <p:cNvPr id="734" name="PlaceHolder 3"/>
          <p:cNvSpPr>
            <a:spLocks noGrp="1"/>
          </p:cNvSpPr>
          <p:nvPr>
            <p:ph type="sldNum" idx="68"/>
          </p:nvPr>
        </p:nvSpPr>
        <p:spPr>
          <a:xfrm>
            <a:off x="3884760" y="8685360"/>
            <a:ext cx="2970000" cy="45684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7E24E0E2-29B6-43CE-BE00-E52A0DF95EB2}"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1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35" name="PlaceHolder 1"/>
          <p:cNvSpPr>
            <a:spLocks noGrp="1"/>
          </p:cNvSpPr>
          <p:nvPr>
            <p:ph type="sldImg"/>
          </p:nvPr>
        </p:nvSpPr>
        <p:spPr>
          <a:xfrm>
            <a:off x="685800" y="1143000"/>
            <a:ext cx="5484600" cy="3084480"/>
          </a:xfrm>
          <a:prstGeom prst="rect">
            <a:avLst/>
          </a:prstGeom>
          <a:ln w="0">
            <a:noFill/>
          </a:ln>
        </p:spPr>
      </p:sp>
      <p:sp>
        <p:nvSpPr>
          <p:cNvPr id="736" name="PlaceHolder 2"/>
          <p:cNvSpPr>
            <a:spLocks noGrp="1"/>
          </p:cNvSpPr>
          <p:nvPr>
            <p:ph type="body"/>
          </p:nvPr>
        </p:nvSpPr>
        <p:spPr>
          <a:xfrm>
            <a:off x="685800" y="4400640"/>
            <a:ext cx="5484600" cy="3598560"/>
          </a:xfrm>
          <a:prstGeom prst="rect">
            <a:avLst/>
          </a:prstGeom>
          <a:noFill/>
          <a:ln w="0">
            <a:noFill/>
          </a:ln>
        </p:spPr>
        <p:txBody>
          <a:bodyPr lIns="0" rIns="0" tIns="0" bIns="0" anchor="t">
            <a:noAutofit/>
          </a:bodyPr>
          <a:p>
            <a:pPr marL="216000" indent="-216000">
              <a:lnSpc>
                <a:spcPct val="100000"/>
              </a:lnSpc>
              <a:buNone/>
              <a:tabLst>
                <a:tab algn="l" pos="0"/>
              </a:tabLst>
            </a:pPr>
            <a:r>
              <a:rPr b="0" lang="fr-FR" sz="2000" spc="-1" strike="noStrike">
                <a:latin typeface="Arial"/>
              </a:rPr>
              <a:t>Consigne : cochez uniquement ce que vous pouvez montrer. Une case non cochée et expliquée vaut mieux qu'une case cochée sans preuve.</a:t>
            </a:r>
            <a:endParaRPr b="0" lang="fr-FR" sz="2000" spc="-1" strike="noStrike">
              <a:latin typeface="Arial"/>
            </a:endParaRPr>
          </a:p>
        </p:txBody>
      </p:sp>
      <p:sp>
        <p:nvSpPr>
          <p:cNvPr id="737" name="PlaceHolder 3"/>
          <p:cNvSpPr>
            <a:spLocks noGrp="1"/>
          </p:cNvSpPr>
          <p:nvPr>
            <p:ph type="sldNum" idx="69"/>
          </p:nvPr>
        </p:nvSpPr>
        <p:spPr>
          <a:xfrm>
            <a:off x="3884760" y="8685360"/>
            <a:ext cx="2970000" cy="45684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0CD4E095-3572-4CE7-968E-442757351790}"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1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38" name="PlaceHolder 1"/>
          <p:cNvSpPr>
            <a:spLocks noGrp="1"/>
          </p:cNvSpPr>
          <p:nvPr>
            <p:ph type="sldImg"/>
          </p:nvPr>
        </p:nvSpPr>
        <p:spPr>
          <a:xfrm>
            <a:off x="685800" y="1143000"/>
            <a:ext cx="5484600" cy="3084480"/>
          </a:xfrm>
          <a:prstGeom prst="rect">
            <a:avLst/>
          </a:prstGeom>
          <a:ln w="0">
            <a:noFill/>
          </a:ln>
        </p:spPr>
      </p:sp>
      <p:sp>
        <p:nvSpPr>
          <p:cNvPr id="739" name="PlaceHolder 2"/>
          <p:cNvSpPr>
            <a:spLocks noGrp="1"/>
          </p:cNvSpPr>
          <p:nvPr>
            <p:ph type="body"/>
          </p:nvPr>
        </p:nvSpPr>
        <p:spPr>
          <a:xfrm>
            <a:off x="685800" y="4400640"/>
            <a:ext cx="5484600" cy="3598560"/>
          </a:xfrm>
          <a:prstGeom prst="rect">
            <a:avLst/>
          </a:prstGeom>
          <a:noFill/>
          <a:ln w="0">
            <a:noFill/>
          </a:ln>
        </p:spPr>
        <p:txBody>
          <a:bodyPr lIns="0" rIns="0" tIns="0" bIns="0" anchor="t">
            <a:noAutofit/>
          </a:bodyPr>
          <a:p>
            <a:endParaRPr b="0" lang="fr-FR" sz="2000" spc="-1" strike="noStrike">
              <a:latin typeface="Arial"/>
            </a:endParaRPr>
          </a:p>
        </p:txBody>
      </p:sp>
      <p:sp>
        <p:nvSpPr>
          <p:cNvPr id="740" name="PlaceHolder 3"/>
          <p:cNvSpPr>
            <a:spLocks noGrp="1"/>
          </p:cNvSpPr>
          <p:nvPr>
            <p:ph type="sldNum" idx="70"/>
          </p:nvPr>
        </p:nvSpPr>
        <p:spPr>
          <a:xfrm>
            <a:off x="3884760" y="8685360"/>
            <a:ext cx="2970000" cy="45684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5D8952B9-3C18-4FDC-B466-F1D1D4B17E36}"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2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41" name="PlaceHolder 1"/>
          <p:cNvSpPr>
            <a:spLocks noGrp="1"/>
          </p:cNvSpPr>
          <p:nvPr>
            <p:ph type="sldImg"/>
          </p:nvPr>
        </p:nvSpPr>
        <p:spPr>
          <a:xfrm>
            <a:off x="685800" y="1143000"/>
            <a:ext cx="5484600" cy="3084480"/>
          </a:xfrm>
          <a:prstGeom prst="rect">
            <a:avLst/>
          </a:prstGeom>
          <a:ln w="0">
            <a:noFill/>
          </a:ln>
        </p:spPr>
      </p:sp>
      <p:sp>
        <p:nvSpPr>
          <p:cNvPr id="742" name="PlaceHolder 2"/>
          <p:cNvSpPr>
            <a:spLocks noGrp="1"/>
          </p:cNvSpPr>
          <p:nvPr>
            <p:ph type="body"/>
          </p:nvPr>
        </p:nvSpPr>
        <p:spPr>
          <a:xfrm>
            <a:off x="685800" y="4400640"/>
            <a:ext cx="5484600" cy="3598560"/>
          </a:xfrm>
          <a:prstGeom prst="rect">
            <a:avLst/>
          </a:prstGeom>
          <a:noFill/>
          <a:ln w="0">
            <a:noFill/>
          </a:ln>
        </p:spPr>
        <p:txBody>
          <a:bodyPr lIns="0" rIns="0" tIns="0" bIns="0" anchor="t">
            <a:noAutofit/>
          </a:bodyPr>
          <a:p>
            <a:pPr marL="216000" indent="-216000">
              <a:lnSpc>
                <a:spcPct val="100000"/>
              </a:lnSpc>
              <a:buNone/>
              <a:tabLst>
                <a:tab algn="l" pos="0"/>
              </a:tabLst>
            </a:pPr>
            <a:r>
              <a:rPr b="0" lang="fr-FR" sz="2000" spc="-1" strike="noStrike">
                <a:latin typeface="Arial"/>
              </a:rPr>
              <a:t>Consigne : si Soda et Great Expectations donnent des chiffres différents pour la même règle, expliquez pourquoi avant de conclure.</a:t>
            </a:r>
            <a:endParaRPr b="0" lang="fr-FR" sz="2000" spc="-1" strike="noStrike">
              <a:latin typeface="Arial"/>
            </a:endParaRPr>
          </a:p>
        </p:txBody>
      </p:sp>
      <p:sp>
        <p:nvSpPr>
          <p:cNvPr id="743" name="PlaceHolder 3"/>
          <p:cNvSpPr>
            <a:spLocks noGrp="1"/>
          </p:cNvSpPr>
          <p:nvPr>
            <p:ph type="sldNum" idx="71"/>
          </p:nvPr>
        </p:nvSpPr>
        <p:spPr>
          <a:xfrm>
            <a:off x="3884760" y="8685360"/>
            <a:ext cx="2970000" cy="45684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83A7D00F-57AC-42DA-AA09-22B98920D436}"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2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44" name="PlaceHolder 1"/>
          <p:cNvSpPr>
            <a:spLocks noGrp="1"/>
          </p:cNvSpPr>
          <p:nvPr>
            <p:ph type="sldImg"/>
          </p:nvPr>
        </p:nvSpPr>
        <p:spPr>
          <a:xfrm>
            <a:off x="685800" y="1143000"/>
            <a:ext cx="5484600" cy="3084480"/>
          </a:xfrm>
          <a:prstGeom prst="rect">
            <a:avLst/>
          </a:prstGeom>
          <a:ln w="0">
            <a:noFill/>
          </a:ln>
        </p:spPr>
      </p:sp>
      <p:sp>
        <p:nvSpPr>
          <p:cNvPr id="745" name="PlaceHolder 2"/>
          <p:cNvSpPr>
            <a:spLocks noGrp="1"/>
          </p:cNvSpPr>
          <p:nvPr>
            <p:ph type="body"/>
          </p:nvPr>
        </p:nvSpPr>
        <p:spPr>
          <a:xfrm>
            <a:off x="685800" y="4400640"/>
            <a:ext cx="5484600" cy="3598560"/>
          </a:xfrm>
          <a:prstGeom prst="rect">
            <a:avLst/>
          </a:prstGeom>
          <a:noFill/>
          <a:ln w="0">
            <a:noFill/>
          </a:ln>
        </p:spPr>
        <p:txBody>
          <a:bodyPr lIns="0" rIns="0" tIns="0" bIns="0" anchor="t">
            <a:noAutofit/>
          </a:bodyPr>
          <a:p>
            <a:pPr marL="216000" indent="-216000">
              <a:lnSpc>
                <a:spcPct val="100000"/>
              </a:lnSpc>
              <a:buNone/>
              <a:tabLst>
                <a:tab algn="l" pos="0"/>
              </a:tabLst>
            </a:pPr>
            <a:r>
              <a:rPr b="0" lang="fr-FR" sz="2000" spc="-1" strike="noStrike">
                <a:latin typeface="Arial"/>
              </a:rPr>
              <a:t>Consigne : un taux élevé de lignes en échec sur une clé étrangère est un indice de valeur sentinelle avant d'être une anomalie.</a:t>
            </a:r>
            <a:endParaRPr b="0" lang="fr-FR" sz="2000" spc="-1" strike="noStrike">
              <a:latin typeface="Arial"/>
            </a:endParaRPr>
          </a:p>
        </p:txBody>
      </p:sp>
      <p:sp>
        <p:nvSpPr>
          <p:cNvPr id="746" name="PlaceHolder 3"/>
          <p:cNvSpPr>
            <a:spLocks noGrp="1"/>
          </p:cNvSpPr>
          <p:nvPr>
            <p:ph type="sldNum" idx="72"/>
          </p:nvPr>
        </p:nvSpPr>
        <p:spPr>
          <a:xfrm>
            <a:off x="3884760" y="8685360"/>
            <a:ext cx="2970000" cy="45684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9911EC47-1E06-4BD4-AD6F-8AC920B5EC58}"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2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47" name="PlaceHolder 1"/>
          <p:cNvSpPr>
            <a:spLocks noGrp="1"/>
          </p:cNvSpPr>
          <p:nvPr>
            <p:ph type="sldImg"/>
          </p:nvPr>
        </p:nvSpPr>
        <p:spPr>
          <a:xfrm>
            <a:off x="685800" y="1143000"/>
            <a:ext cx="5484600" cy="3084480"/>
          </a:xfrm>
          <a:prstGeom prst="rect">
            <a:avLst/>
          </a:prstGeom>
          <a:ln w="0">
            <a:noFill/>
          </a:ln>
        </p:spPr>
      </p:sp>
      <p:sp>
        <p:nvSpPr>
          <p:cNvPr id="748" name="PlaceHolder 2"/>
          <p:cNvSpPr>
            <a:spLocks noGrp="1"/>
          </p:cNvSpPr>
          <p:nvPr>
            <p:ph type="body"/>
          </p:nvPr>
        </p:nvSpPr>
        <p:spPr>
          <a:xfrm>
            <a:off x="685800" y="4400640"/>
            <a:ext cx="5484600" cy="3598560"/>
          </a:xfrm>
          <a:prstGeom prst="rect">
            <a:avLst/>
          </a:prstGeom>
          <a:noFill/>
          <a:ln w="0">
            <a:noFill/>
          </a:ln>
        </p:spPr>
        <p:txBody>
          <a:bodyPr lIns="0" rIns="0" tIns="0" bIns="0" anchor="t">
            <a:noAutofit/>
          </a:bodyPr>
          <a:p>
            <a:pPr marL="216000" indent="-216000">
              <a:lnSpc>
                <a:spcPct val="100000"/>
              </a:lnSpc>
              <a:buNone/>
              <a:tabLst>
                <a:tab algn="l" pos="0"/>
              </a:tabLst>
            </a:pPr>
            <a:r>
              <a:rPr b="0" lang="fr-FR" sz="2000" spc="-1" strike="noStrike">
                <a:latin typeface="Arial"/>
              </a:rPr>
              <a:t>Consigne : une règle de correction proposée sans rôle destinataire n'est pas une décision.</a:t>
            </a:r>
            <a:endParaRPr b="0" lang="fr-FR" sz="2000" spc="-1" strike="noStrike">
              <a:latin typeface="Arial"/>
            </a:endParaRPr>
          </a:p>
        </p:txBody>
      </p:sp>
      <p:sp>
        <p:nvSpPr>
          <p:cNvPr id="749" name="PlaceHolder 3"/>
          <p:cNvSpPr>
            <a:spLocks noGrp="1"/>
          </p:cNvSpPr>
          <p:nvPr>
            <p:ph type="sldNum" idx="73"/>
          </p:nvPr>
        </p:nvSpPr>
        <p:spPr>
          <a:xfrm>
            <a:off x="3884760" y="8685360"/>
            <a:ext cx="2970000" cy="45684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93E69479-5F96-450F-A5BE-C49A94805580}"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2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50" name="PlaceHolder 1"/>
          <p:cNvSpPr>
            <a:spLocks noGrp="1"/>
          </p:cNvSpPr>
          <p:nvPr>
            <p:ph type="sldImg"/>
          </p:nvPr>
        </p:nvSpPr>
        <p:spPr>
          <a:xfrm>
            <a:off x="685800" y="1143000"/>
            <a:ext cx="5484600" cy="3084480"/>
          </a:xfrm>
          <a:prstGeom prst="rect">
            <a:avLst/>
          </a:prstGeom>
          <a:ln w="0">
            <a:noFill/>
          </a:ln>
        </p:spPr>
      </p:sp>
      <p:sp>
        <p:nvSpPr>
          <p:cNvPr id="751" name="PlaceHolder 2"/>
          <p:cNvSpPr>
            <a:spLocks noGrp="1"/>
          </p:cNvSpPr>
          <p:nvPr>
            <p:ph type="body"/>
          </p:nvPr>
        </p:nvSpPr>
        <p:spPr>
          <a:xfrm>
            <a:off x="685800" y="4400640"/>
            <a:ext cx="5484600" cy="3598560"/>
          </a:xfrm>
          <a:prstGeom prst="rect">
            <a:avLst/>
          </a:prstGeom>
          <a:noFill/>
          <a:ln w="0">
            <a:noFill/>
          </a:ln>
        </p:spPr>
        <p:txBody>
          <a:bodyPr lIns="0" rIns="0" tIns="0" bIns="0" anchor="t">
            <a:noAutofit/>
          </a:bodyPr>
          <a:p>
            <a:pPr marL="216000" indent="-216000">
              <a:lnSpc>
                <a:spcPct val="100000"/>
              </a:lnSpc>
              <a:buNone/>
              <a:tabLst>
                <a:tab algn="l" pos="0"/>
              </a:tabLst>
            </a:pPr>
            <a:r>
              <a:rPr b="0" lang="fr-FR" sz="2000" spc="-1" strike="noStrike">
                <a:latin typeface="Arial"/>
              </a:rPr>
              <a:t>Consigne : cochez uniquement ce que vous pouvez montrer. Une case non cochée et expliquée vaut mieux qu'une case cochée sans preuve.</a:t>
            </a:r>
            <a:endParaRPr b="0" lang="fr-FR" sz="2000" spc="-1" strike="noStrike">
              <a:latin typeface="Arial"/>
            </a:endParaRPr>
          </a:p>
        </p:txBody>
      </p:sp>
      <p:sp>
        <p:nvSpPr>
          <p:cNvPr id="752" name="PlaceHolder 3"/>
          <p:cNvSpPr>
            <a:spLocks noGrp="1"/>
          </p:cNvSpPr>
          <p:nvPr>
            <p:ph type="sldNum" idx="74"/>
          </p:nvPr>
        </p:nvSpPr>
        <p:spPr>
          <a:xfrm>
            <a:off x="3884760" y="8685360"/>
            <a:ext cx="2970000" cy="45684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4AABF290-DF7E-485D-8DD0-DDEE17CD0300}"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2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53" name="PlaceHolder 1"/>
          <p:cNvSpPr>
            <a:spLocks noGrp="1"/>
          </p:cNvSpPr>
          <p:nvPr>
            <p:ph type="sldImg"/>
          </p:nvPr>
        </p:nvSpPr>
        <p:spPr>
          <a:xfrm>
            <a:off x="685800" y="1143000"/>
            <a:ext cx="5484600" cy="3084480"/>
          </a:xfrm>
          <a:prstGeom prst="rect">
            <a:avLst/>
          </a:prstGeom>
          <a:ln w="0">
            <a:noFill/>
          </a:ln>
        </p:spPr>
      </p:sp>
      <p:sp>
        <p:nvSpPr>
          <p:cNvPr id="754" name="PlaceHolder 2"/>
          <p:cNvSpPr>
            <a:spLocks noGrp="1"/>
          </p:cNvSpPr>
          <p:nvPr>
            <p:ph type="body"/>
          </p:nvPr>
        </p:nvSpPr>
        <p:spPr>
          <a:xfrm>
            <a:off x="685800" y="4400640"/>
            <a:ext cx="5484600" cy="3598560"/>
          </a:xfrm>
          <a:prstGeom prst="rect">
            <a:avLst/>
          </a:prstGeom>
          <a:noFill/>
          <a:ln w="0">
            <a:noFill/>
          </a:ln>
        </p:spPr>
        <p:txBody>
          <a:bodyPr lIns="0" rIns="0" tIns="0" bIns="0" anchor="t">
            <a:noAutofit/>
          </a:bodyPr>
          <a:p>
            <a:endParaRPr b="0" lang="fr-FR" sz="2000" spc="-1" strike="noStrike">
              <a:latin typeface="Arial"/>
            </a:endParaRPr>
          </a:p>
        </p:txBody>
      </p:sp>
      <p:sp>
        <p:nvSpPr>
          <p:cNvPr id="755" name="PlaceHolder 3"/>
          <p:cNvSpPr>
            <a:spLocks noGrp="1"/>
          </p:cNvSpPr>
          <p:nvPr>
            <p:ph type="sldNum" idx="75"/>
          </p:nvPr>
        </p:nvSpPr>
        <p:spPr>
          <a:xfrm>
            <a:off x="3884760" y="8685360"/>
            <a:ext cx="2970000" cy="45684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FB8003DD-28CE-4533-9C3D-AC56BBF2406F}"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2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56" name="PlaceHolder 1"/>
          <p:cNvSpPr>
            <a:spLocks noGrp="1"/>
          </p:cNvSpPr>
          <p:nvPr>
            <p:ph type="sldImg"/>
          </p:nvPr>
        </p:nvSpPr>
        <p:spPr>
          <a:xfrm>
            <a:off x="685800" y="1143000"/>
            <a:ext cx="5484600" cy="3084480"/>
          </a:xfrm>
          <a:prstGeom prst="rect">
            <a:avLst/>
          </a:prstGeom>
          <a:ln w="0">
            <a:noFill/>
          </a:ln>
        </p:spPr>
      </p:sp>
      <p:sp>
        <p:nvSpPr>
          <p:cNvPr id="757" name="PlaceHolder 2"/>
          <p:cNvSpPr>
            <a:spLocks noGrp="1"/>
          </p:cNvSpPr>
          <p:nvPr>
            <p:ph type="body"/>
          </p:nvPr>
        </p:nvSpPr>
        <p:spPr>
          <a:xfrm>
            <a:off x="685800" y="4400640"/>
            <a:ext cx="5484600" cy="3598560"/>
          </a:xfrm>
          <a:prstGeom prst="rect">
            <a:avLst/>
          </a:prstGeom>
          <a:noFill/>
          <a:ln w="0">
            <a:noFill/>
          </a:ln>
        </p:spPr>
        <p:txBody>
          <a:bodyPr lIns="0" rIns="0" tIns="0" bIns="0" anchor="t">
            <a:noAutofit/>
          </a:bodyPr>
          <a:p>
            <a:pPr marL="216000" indent="-216000">
              <a:lnSpc>
                <a:spcPct val="100000"/>
              </a:lnSpc>
              <a:buNone/>
              <a:tabLst>
                <a:tab algn="l" pos="0"/>
              </a:tabLst>
            </a:pPr>
            <a:r>
              <a:rPr b="0" lang="fr-FR" sz="2000" spc="-1" strike="noStrike">
                <a:latin typeface="Arial"/>
              </a:rPr>
              <a:t>Consigne : rien n'est supprimé en silence. Chaque ligne absente de silver est dans dq.rejets avec le code de sa règle.</a:t>
            </a:r>
            <a:endParaRPr b="0" lang="fr-FR" sz="2000" spc="-1" strike="noStrike">
              <a:latin typeface="Arial"/>
            </a:endParaRPr>
          </a:p>
        </p:txBody>
      </p:sp>
      <p:sp>
        <p:nvSpPr>
          <p:cNvPr id="758" name="PlaceHolder 3"/>
          <p:cNvSpPr>
            <a:spLocks noGrp="1"/>
          </p:cNvSpPr>
          <p:nvPr>
            <p:ph type="sldNum" idx="76"/>
          </p:nvPr>
        </p:nvSpPr>
        <p:spPr>
          <a:xfrm>
            <a:off x="3884760" y="8685360"/>
            <a:ext cx="2970000" cy="45684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1B91E65A-422A-459C-8CAA-1A80EA7A4ADE}"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2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59" name="PlaceHolder 1"/>
          <p:cNvSpPr>
            <a:spLocks noGrp="1"/>
          </p:cNvSpPr>
          <p:nvPr>
            <p:ph type="sldImg"/>
          </p:nvPr>
        </p:nvSpPr>
        <p:spPr>
          <a:xfrm>
            <a:off x="685800" y="1143000"/>
            <a:ext cx="5484600" cy="3084480"/>
          </a:xfrm>
          <a:prstGeom prst="rect">
            <a:avLst/>
          </a:prstGeom>
          <a:ln w="0">
            <a:noFill/>
          </a:ln>
        </p:spPr>
      </p:sp>
      <p:sp>
        <p:nvSpPr>
          <p:cNvPr id="760" name="PlaceHolder 2"/>
          <p:cNvSpPr>
            <a:spLocks noGrp="1"/>
          </p:cNvSpPr>
          <p:nvPr>
            <p:ph type="body"/>
          </p:nvPr>
        </p:nvSpPr>
        <p:spPr>
          <a:xfrm>
            <a:off x="685800" y="4400640"/>
            <a:ext cx="5484600" cy="3598560"/>
          </a:xfrm>
          <a:prstGeom prst="rect">
            <a:avLst/>
          </a:prstGeom>
          <a:noFill/>
          <a:ln w="0">
            <a:noFill/>
          </a:ln>
        </p:spPr>
        <p:txBody>
          <a:bodyPr lIns="0" rIns="0" tIns="0" bIns="0" anchor="t">
            <a:noAutofit/>
          </a:bodyPr>
          <a:p>
            <a:pPr marL="216000" indent="-216000">
              <a:lnSpc>
                <a:spcPct val="100000"/>
              </a:lnSpc>
              <a:buNone/>
              <a:tabLst>
                <a:tab algn="l" pos="0"/>
              </a:tabLst>
            </a:pPr>
            <a:r>
              <a:rPr b="0" lang="fr-FR" sz="2000" spc="-1" strike="noStrike">
                <a:latin typeface="Arial"/>
              </a:rPr>
              <a:t>Consigne : une règle qui baisse de bronze à silver n'est pas forcément un bug. Cherchez d'abord un effet de la quarantaine (lignes devenues orphelines).</a:t>
            </a:r>
            <a:endParaRPr b="0" lang="fr-FR" sz="2000" spc="-1" strike="noStrike">
              <a:latin typeface="Arial"/>
            </a:endParaRPr>
          </a:p>
        </p:txBody>
      </p:sp>
      <p:sp>
        <p:nvSpPr>
          <p:cNvPr id="761" name="PlaceHolder 3"/>
          <p:cNvSpPr>
            <a:spLocks noGrp="1"/>
          </p:cNvSpPr>
          <p:nvPr>
            <p:ph type="sldNum" idx="77"/>
          </p:nvPr>
        </p:nvSpPr>
        <p:spPr>
          <a:xfrm>
            <a:off x="3884760" y="8685360"/>
            <a:ext cx="2970000" cy="45684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C034624B-F3DA-495B-8814-B8B378C4AE31}"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2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62" name="PlaceHolder 1"/>
          <p:cNvSpPr>
            <a:spLocks noGrp="1"/>
          </p:cNvSpPr>
          <p:nvPr>
            <p:ph type="sldImg"/>
          </p:nvPr>
        </p:nvSpPr>
        <p:spPr>
          <a:xfrm>
            <a:off x="685800" y="1143000"/>
            <a:ext cx="5484600" cy="3084480"/>
          </a:xfrm>
          <a:prstGeom prst="rect">
            <a:avLst/>
          </a:prstGeom>
          <a:ln w="0">
            <a:noFill/>
          </a:ln>
        </p:spPr>
      </p:sp>
      <p:sp>
        <p:nvSpPr>
          <p:cNvPr id="763" name="PlaceHolder 2"/>
          <p:cNvSpPr>
            <a:spLocks noGrp="1"/>
          </p:cNvSpPr>
          <p:nvPr>
            <p:ph type="body"/>
          </p:nvPr>
        </p:nvSpPr>
        <p:spPr>
          <a:xfrm>
            <a:off x="685800" y="4400640"/>
            <a:ext cx="5484600" cy="3598560"/>
          </a:xfrm>
          <a:prstGeom prst="rect">
            <a:avLst/>
          </a:prstGeom>
          <a:noFill/>
          <a:ln w="0">
            <a:noFill/>
          </a:ln>
        </p:spPr>
        <p:txBody>
          <a:bodyPr lIns="0" rIns="0" tIns="0" bIns="0" anchor="t">
            <a:noAutofit/>
          </a:bodyPr>
          <a:p>
            <a:pPr marL="216000" indent="-216000">
              <a:lnSpc>
                <a:spcPct val="100000"/>
              </a:lnSpc>
              <a:buNone/>
              <a:tabLst>
                <a:tab algn="l" pos="0"/>
              </a:tabLst>
            </a:pPr>
            <a:r>
              <a:rPr b="0" lang="fr-FR" sz="2000" spc="-1" strike="noStrike">
                <a:latin typeface="Arial"/>
              </a:rPr>
              <a:t>Consigne : les seuils se défendent par la précision et le rappel mesurés, pas par un ressenti. Reportez-les dans le journal des décisions.</a:t>
            </a:r>
            <a:endParaRPr b="0" lang="fr-FR" sz="2000" spc="-1" strike="noStrike">
              <a:latin typeface="Arial"/>
            </a:endParaRPr>
          </a:p>
        </p:txBody>
      </p:sp>
      <p:sp>
        <p:nvSpPr>
          <p:cNvPr id="764" name="PlaceHolder 3"/>
          <p:cNvSpPr>
            <a:spLocks noGrp="1"/>
          </p:cNvSpPr>
          <p:nvPr>
            <p:ph type="sldNum" idx="78"/>
          </p:nvPr>
        </p:nvSpPr>
        <p:spPr>
          <a:xfrm>
            <a:off x="3884760" y="8685360"/>
            <a:ext cx="2970000" cy="45684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46520F04-8026-4B43-969F-866619C70D61}"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2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65" name="PlaceHolder 1"/>
          <p:cNvSpPr>
            <a:spLocks noGrp="1"/>
          </p:cNvSpPr>
          <p:nvPr>
            <p:ph type="sldImg"/>
          </p:nvPr>
        </p:nvSpPr>
        <p:spPr>
          <a:xfrm>
            <a:off x="685800" y="1143000"/>
            <a:ext cx="5484600" cy="3084480"/>
          </a:xfrm>
          <a:prstGeom prst="rect">
            <a:avLst/>
          </a:prstGeom>
          <a:ln w="0">
            <a:noFill/>
          </a:ln>
        </p:spPr>
      </p:sp>
      <p:sp>
        <p:nvSpPr>
          <p:cNvPr id="766" name="PlaceHolder 2"/>
          <p:cNvSpPr>
            <a:spLocks noGrp="1"/>
          </p:cNvSpPr>
          <p:nvPr>
            <p:ph type="body"/>
          </p:nvPr>
        </p:nvSpPr>
        <p:spPr>
          <a:xfrm>
            <a:off x="685800" y="4400640"/>
            <a:ext cx="5484600" cy="3598560"/>
          </a:xfrm>
          <a:prstGeom prst="rect">
            <a:avLst/>
          </a:prstGeom>
          <a:noFill/>
          <a:ln w="0">
            <a:noFill/>
          </a:ln>
        </p:spPr>
        <p:txBody>
          <a:bodyPr lIns="0" rIns="0" tIns="0" bIns="0" anchor="t">
            <a:noAutofit/>
          </a:bodyPr>
          <a:p>
            <a:pPr marL="216000" indent="-216000">
              <a:lnSpc>
                <a:spcPct val="100000"/>
              </a:lnSpc>
              <a:buNone/>
              <a:tabLst>
                <a:tab algn="l" pos="0"/>
              </a:tabLst>
            </a:pPr>
            <a:r>
              <a:rPr b="0" lang="fr-FR" sz="2000" spc="-1" strike="noStrike">
                <a:latin typeface="Arial"/>
              </a:rPr>
              <a:t>Consigne : la règle de survie est une décision de gouvernance, pas un détail technique.</a:t>
            </a:r>
            <a:endParaRPr b="0" lang="fr-FR" sz="2000" spc="-1" strike="noStrike">
              <a:latin typeface="Arial"/>
            </a:endParaRPr>
          </a:p>
        </p:txBody>
      </p:sp>
      <p:sp>
        <p:nvSpPr>
          <p:cNvPr id="767" name="PlaceHolder 3"/>
          <p:cNvSpPr>
            <a:spLocks noGrp="1"/>
          </p:cNvSpPr>
          <p:nvPr>
            <p:ph type="sldNum" idx="79"/>
          </p:nvPr>
        </p:nvSpPr>
        <p:spPr>
          <a:xfrm>
            <a:off x="3884760" y="8685360"/>
            <a:ext cx="2970000" cy="45684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A003EB45-42BD-45C9-8502-DA0F43D29D1D}"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2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68" name="PlaceHolder 1"/>
          <p:cNvSpPr>
            <a:spLocks noGrp="1"/>
          </p:cNvSpPr>
          <p:nvPr>
            <p:ph type="sldImg"/>
          </p:nvPr>
        </p:nvSpPr>
        <p:spPr>
          <a:xfrm>
            <a:off x="685800" y="1143000"/>
            <a:ext cx="5484600" cy="3084480"/>
          </a:xfrm>
          <a:prstGeom prst="rect">
            <a:avLst/>
          </a:prstGeom>
          <a:ln w="0">
            <a:noFill/>
          </a:ln>
        </p:spPr>
      </p:sp>
      <p:sp>
        <p:nvSpPr>
          <p:cNvPr id="769" name="PlaceHolder 2"/>
          <p:cNvSpPr>
            <a:spLocks noGrp="1"/>
          </p:cNvSpPr>
          <p:nvPr>
            <p:ph type="body"/>
          </p:nvPr>
        </p:nvSpPr>
        <p:spPr>
          <a:xfrm>
            <a:off x="685800" y="4400640"/>
            <a:ext cx="5484600" cy="3598560"/>
          </a:xfrm>
          <a:prstGeom prst="rect">
            <a:avLst/>
          </a:prstGeom>
          <a:noFill/>
          <a:ln w="0">
            <a:noFill/>
          </a:ln>
        </p:spPr>
        <p:txBody>
          <a:bodyPr lIns="0" rIns="0" tIns="0" bIns="0" anchor="t">
            <a:noAutofit/>
          </a:bodyPr>
          <a:p>
            <a:pPr marL="216000" indent="-216000">
              <a:lnSpc>
                <a:spcPct val="100000"/>
              </a:lnSpc>
              <a:buNone/>
              <a:tabLst>
                <a:tab algn="l" pos="0"/>
              </a:tabLst>
            </a:pPr>
            <a:r>
              <a:rPr b="0" lang="fr-FR" sz="2000" spc="-1" strike="noStrike">
                <a:latin typeface="Arial"/>
              </a:rPr>
              <a:t>Consigne : un constat expliqué (un contrat orphelin parce que son client a été mis en quarantaine) est un résultat, pas une erreur.</a:t>
            </a:r>
            <a:endParaRPr b="0" lang="fr-FR" sz="2000" spc="-1" strike="noStrike">
              <a:latin typeface="Arial"/>
            </a:endParaRPr>
          </a:p>
        </p:txBody>
      </p:sp>
      <p:sp>
        <p:nvSpPr>
          <p:cNvPr id="770" name="PlaceHolder 3"/>
          <p:cNvSpPr>
            <a:spLocks noGrp="1"/>
          </p:cNvSpPr>
          <p:nvPr>
            <p:ph type="sldNum" idx="80"/>
          </p:nvPr>
        </p:nvSpPr>
        <p:spPr>
          <a:xfrm>
            <a:off x="3884760" y="8685360"/>
            <a:ext cx="2970000" cy="45684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631FEC8B-D1D3-478F-9C7B-7AF856FCA9BB}"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3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71" name="PlaceHolder 1"/>
          <p:cNvSpPr>
            <a:spLocks noGrp="1"/>
          </p:cNvSpPr>
          <p:nvPr>
            <p:ph type="sldImg"/>
          </p:nvPr>
        </p:nvSpPr>
        <p:spPr>
          <a:xfrm>
            <a:off x="685800" y="1143000"/>
            <a:ext cx="5484600" cy="3084480"/>
          </a:xfrm>
          <a:prstGeom prst="rect">
            <a:avLst/>
          </a:prstGeom>
          <a:ln w="0">
            <a:noFill/>
          </a:ln>
        </p:spPr>
      </p:sp>
      <p:sp>
        <p:nvSpPr>
          <p:cNvPr id="772" name="PlaceHolder 2"/>
          <p:cNvSpPr>
            <a:spLocks noGrp="1"/>
          </p:cNvSpPr>
          <p:nvPr>
            <p:ph type="body"/>
          </p:nvPr>
        </p:nvSpPr>
        <p:spPr>
          <a:xfrm>
            <a:off x="685800" y="4400640"/>
            <a:ext cx="5484600" cy="3598560"/>
          </a:xfrm>
          <a:prstGeom prst="rect">
            <a:avLst/>
          </a:prstGeom>
          <a:noFill/>
          <a:ln w="0">
            <a:noFill/>
          </a:ln>
        </p:spPr>
        <p:txBody>
          <a:bodyPr lIns="0" rIns="0" tIns="0" bIns="0" anchor="t">
            <a:noAutofit/>
          </a:bodyPr>
          <a:p>
            <a:pPr marL="216000" indent="-216000">
              <a:lnSpc>
                <a:spcPct val="100000"/>
              </a:lnSpc>
              <a:buNone/>
              <a:tabLst>
                <a:tab algn="l" pos="0"/>
              </a:tabLst>
            </a:pPr>
            <a:r>
              <a:rPr b="0" lang="fr-FR" sz="2000" spc="-1" strike="noStrike">
                <a:latin typeface="Arial"/>
              </a:rPr>
              <a:t>Consigne : trois lignes par cas suffisent : gold, silver, bronze, source. Un identifiant de lot est obligatoire.</a:t>
            </a:r>
            <a:endParaRPr b="0" lang="fr-FR" sz="2000" spc="-1" strike="noStrike">
              <a:latin typeface="Arial"/>
            </a:endParaRPr>
          </a:p>
        </p:txBody>
      </p:sp>
      <p:sp>
        <p:nvSpPr>
          <p:cNvPr id="773" name="PlaceHolder 3"/>
          <p:cNvSpPr>
            <a:spLocks noGrp="1"/>
          </p:cNvSpPr>
          <p:nvPr>
            <p:ph type="sldNum" idx="81"/>
          </p:nvPr>
        </p:nvSpPr>
        <p:spPr>
          <a:xfrm>
            <a:off x="3884760" y="8685360"/>
            <a:ext cx="2970000" cy="45684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5E91E876-CF96-415B-B189-E26E1EC1E093}"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3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74" name="PlaceHolder 1"/>
          <p:cNvSpPr>
            <a:spLocks noGrp="1"/>
          </p:cNvSpPr>
          <p:nvPr>
            <p:ph type="sldImg"/>
          </p:nvPr>
        </p:nvSpPr>
        <p:spPr>
          <a:xfrm>
            <a:off x="685800" y="1143000"/>
            <a:ext cx="5484600" cy="3084480"/>
          </a:xfrm>
          <a:prstGeom prst="rect">
            <a:avLst/>
          </a:prstGeom>
          <a:ln w="0">
            <a:noFill/>
          </a:ln>
        </p:spPr>
      </p:sp>
      <p:sp>
        <p:nvSpPr>
          <p:cNvPr id="775" name="PlaceHolder 2"/>
          <p:cNvSpPr>
            <a:spLocks noGrp="1"/>
          </p:cNvSpPr>
          <p:nvPr>
            <p:ph type="body"/>
          </p:nvPr>
        </p:nvSpPr>
        <p:spPr>
          <a:xfrm>
            <a:off x="685800" y="4400640"/>
            <a:ext cx="5484600" cy="3598560"/>
          </a:xfrm>
          <a:prstGeom prst="rect">
            <a:avLst/>
          </a:prstGeom>
          <a:noFill/>
          <a:ln w="0">
            <a:noFill/>
          </a:ln>
        </p:spPr>
        <p:txBody>
          <a:bodyPr lIns="0" rIns="0" tIns="0" bIns="0" anchor="t">
            <a:noAutofit/>
          </a:bodyPr>
          <a:p>
            <a:pPr marL="216000" indent="-216000">
              <a:lnSpc>
                <a:spcPct val="100000"/>
              </a:lnSpc>
              <a:buNone/>
              <a:tabLst>
                <a:tab algn="l" pos="0"/>
              </a:tabLst>
            </a:pPr>
            <a:r>
              <a:rPr b="0" lang="fr-FR" sz="2000" spc="-1" strike="noStrike">
                <a:latin typeface="Arial"/>
              </a:rPr>
              <a:t>Consigne : cochez uniquement ce que vous pouvez montrer. Une case non cochée et expliquée vaut mieux qu'une case cochée sans preuve.</a:t>
            </a:r>
            <a:endParaRPr b="0" lang="fr-FR" sz="2000" spc="-1" strike="noStrike">
              <a:latin typeface="Arial"/>
            </a:endParaRPr>
          </a:p>
        </p:txBody>
      </p:sp>
      <p:sp>
        <p:nvSpPr>
          <p:cNvPr id="776" name="PlaceHolder 3"/>
          <p:cNvSpPr>
            <a:spLocks noGrp="1"/>
          </p:cNvSpPr>
          <p:nvPr>
            <p:ph type="sldNum" idx="82"/>
          </p:nvPr>
        </p:nvSpPr>
        <p:spPr>
          <a:xfrm>
            <a:off x="3884760" y="8685360"/>
            <a:ext cx="2970000" cy="45684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4DE0F83A-C74C-409B-BE62-DB843939FB44}"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3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77" name="PlaceHolder 1"/>
          <p:cNvSpPr>
            <a:spLocks noGrp="1"/>
          </p:cNvSpPr>
          <p:nvPr>
            <p:ph type="sldImg"/>
          </p:nvPr>
        </p:nvSpPr>
        <p:spPr>
          <a:xfrm>
            <a:off x="685800" y="1143000"/>
            <a:ext cx="5484600" cy="3084480"/>
          </a:xfrm>
          <a:prstGeom prst="rect">
            <a:avLst/>
          </a:prstGeom>
          <a:ln w="0">
            <a:noFill/>
          </a:ln>
        </p:spPr>
      </p:sp>
      <p:sp>
        <p:nvSpPr>
          <p:cNvPr id="778" name="PlaceHolder 2"/>
          <p:cNvSpPr>
            <a:spLocks noGrp="1"/>
          </p:cNvSpPr>
          <p:nvPr>
            <p:ph type="body"/>
          </p:nvPr>
        </p:nvSpPr>
        <p:spPr>
          <a:xfrm>
            <a:off x="685800" y="4400640"/>
            <a:ext cx="5484600" cy="3598560"/>
          </a:xfrm>
          <a:prstGeom prst="rect">
            <a:avLst/>
          </a:prstGeom>
          <a:noFill/>
          <a:ln w="0">
            <a:noFill/>
          </a:ln>
        </p:spPr>
        <p:txBody>
          <a:bodyPr lIns="0" rIns="0" tIns="0" bIns="0" anchor="t">
            <a:noAutofit/>
          </a:bodyPr>
          <a:p>
            <a:endParaRPr b="0" lang="fr-FR" sz="2000" spc="-1" strike="noStrike">
              <a:latin typeface="Arial"/>
            </a:endParaRPr>
          </a:p>
        </p:txBody>
      </p:sp>
      <p:sp>
        <p:nvSpPr>
          <p:cNvPr id="779" name="PlaceHolder 3"/>
          <p:cNvSpPr>
            <a:spLocks noGrp="1"/>
          </p:cNvSpPr>
          <p:nvPr>
            <p:ph type="sldNum" idx="83"/>
          </p:nvPr>
        </p:nvSpPr>
        <p:spPr>
          <a:xfrm>
            <a:off x="3884760" y="8685360"/>
            <a:ext cx="2970000" cy="45684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4832F2E8-E361-48FD-A0E4-B08183DC878D}"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3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80" name="PlaceHolder 1"/>
          <p:cNvSpPr>
            <a:spLocks noGrp="1"/>
          </p:cNvSpPr>
          <p:nvPr>
            <p:ph type="sldImg"/>
          </p:nvPr>
        </p:nvSpPr>
        <p:spPr>
          <a:xfrm>
            <a:off x="685800" y="1143000"/>
            <a:ext cx="5484600" cy="3084480"/>
          </a:xfrm>
          <a:prstGeom prst="rect">
            <a:avLst/>
          </a:prstGeom>
          <a:ln w="0">
            <a:noFill/>
          </a:ln>
        </p:spPr>
      </p:sp>
      <p:sp>
        <p:nvSpPr>
          <p:cNvPr id="781" name="PlaceHolder 2"/>
          <p:cNvSpPr>
            <a:spLocks noGrp="1"/>
          </p:cNvSpPr>
          <p:nvPr>
            <p:ph type="body"/>
          </p:nvPr>
        </p:nvSpPr>
        <p:spPr>
          <a:xfrm>
            <a:off x="685800" y="4400640"/>
            <a:ext cx="5484600" cy="3598560"/>
          </a:xfrm>
          <a:prstGeom prst="rect">
            <a:avLst/>
          </a:prstGeom>
          <a:noFill/>
          <a:ln w="0">
            <a:noFill/>
          </a:ln>
        </p:spPr>
        <p:txBody>
          <a:bodyPr lIns="0" rIns="0" tIns="0" bIns="0" anchor="t">
            <a:noAutofit/>
          </a:bodyPr>
          <a:p>
            <a:pPr marL="216000" indent="-216000">
              <a:lnSpc>
                <a:spcPct val="100000"/>
              </a:lnSpc>
              <a:buNone/>
              <a:tabLst>
                <a:tab algn="l" pos="0"/>
              </a:tabLst>
            </a:pPr>
            <a:r>
              <a:rPr b="0" lang="fr-FR" sz="2000" spc="-1" strike="noStrike">
                <a:latin typeface="Arial"/>
              </a:rPr>
              <a:t>Consigne : insérez l'image des courbes dans la zone. Une courbe sans légende ni axe nommé n'est pas lisible par un non-technicien.</a:t>
            </a:r>
            <a:endParaRPr b="0" lang="fr-FR" sz="2000" spc="-1" strike="noStrike">
              <a:latin typeface="Arial"/>
            </a:endParaRPr>
          </a:p>
        </p:txBody>
      </p:sp>
      <p:sp>
        <p:nvSpPr>
          <p:cNvPr id="782" name="PlaceHolder 3"/>
          <p:cNvSpPr>
            <a:spLocks noGrp="1"/>
          </p:cNvSpPr>
          <p:nvPr>
            <p:ph type="sldNum" idx="84"/>
          </p:nvPr>
        </p:nvSpPr>
        <p:spPr>
          <a:xfrm>
            <a:off x="3884760" y="8685360"/>
            <a:ext cx="2970000" cy="45684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B2F1859F-F2FA-476E-98B6-D620CED92D65}"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3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83" name="PlaceHolder 1"/>
          <p:cNvSpPr>
            <a:spLocks noGrp="1"/>
          </p:cNvSpPr>
          <p:nvPr>
            <p:ph type="sldImg"/>
          </p:nvPr>
        </p:nvSpPr>
        <p:spPr>
          <a:xfrm>
            <a:off x="685800" y="1143000"/>
            <a:ext cx="5484600" cy="3084480"/>
          </a:xfrm>
          <a:prstGeom prst="rect">
            <a:avLst/>
          </a:prstGeom>
          <a:ln w="0">
            <a:noFill/>
          </a:ln>
        </p:spPr>
      </p:sp>
      <p:sp>
        <p:nvSpPr>
          <p:cNvPr id="784" name="PlaceHolder 2"/>
          <p:cNvSpPr>
            <a:spLocks noGrp="1"/>
          </p:cNvSpPr>
          <p:nvPr>
            <p:ph type="body"/>
          </p:nvPr>
        </p:nvSpPr>
        <p:spPr>
          <a:xfrm>
            <a:off x="685800" y="4400640"/>
            <a:ext cx="5484600" cy="3598560"/>
          </a:xfrm>
          <a:prstGeom prst="rect">
            <a:avLst/>
          </a:prstGeom>
          <a:noFill/>
          <a:ln w="0">
            <a:noFill/>
          </a:ln>
        </p:spPr>
        <p:txBody>
          <a:bodyPr lIns="0" rIns="0" tIns="0" bIns="0" anchor="t">
            <a:noAutofit/>
          </a:bodyPr>
          <a:p>
            <a:pPr marL="216000" indent="-216000">
              <a:lnSpc>
                <a:spcPct val="100000"/>
              </a:lnSpc>
              <a:buNone/>
              <a:tabLst>
                <a:tab algn="l" pos="0"/>
              </a:tabLst>
            </a:pPr>
            <a:r>
              <a:rPr b="0" lang="fr-FR" sz="2000" spc="-1" strike="noStrike">
                <a:latin typeface="Arial"/>
              </a:rPr>
              <a:t>Consigne : un certificat qui ne mentionne pas ce qu'il ne couvre pas est trompeur. Listez les règles non mesurées.</a:t>
            </a:r>
            <a:endParaRPr b="0" lang="fr-FR" sz="2000" spc="-1" strike="noStrike">
              <a:latin typeface="Arial"/>
            </a:endParaRPr>
          </a:p>
        </p:txBody>
      </p:sp>
      <p:sp>
        <p:nvSpPr>
          <p:cNvPr id="785" name="PlaceHolder 3"/>
          <p:cNvSpPr>
            <a:spLocks noGrp="1"/>
          </p:cNvSpPr>
          <p:nvPr>
            <p:ph type="sldNum" idx="85"/>
          </p:nvPr>
        </p:nvSpPr>
        <p:spPr>
          <a:xfrm>
            <a:off x="3884760" y="8685360"/>
            <a:ext cx="2970000" cy="45684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30F12CC4-0013-46E1-8C23-839F4AD79ADA}"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3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86" name="PlaceHolder 1"/>
          <p:cNvSpPr>
            <a:spLocks noGrp="1"/>
          </p:cNvSpPr>
          <p:nvPr>
            <p:ph type="sldImg"/>
          </p:nvPr>
        </p:nvSpPr>
        <p:spPr>
          <a:xfrm>
            <a:off x="685800" y="1143000"/>
            <a:ext cx="5484600" cy="3084480"/>
          </a:xfrm>
          <a:prstGeom prst="rect">
            <a:avLst/>
          </a:prstGeom>
          <a:ln w="0">
            <a:noFill/>
          </a:ln>
        </p:spPr>
      </p:sp>
      <p:sp>
        <p:nvSpPr>
          <p:cNvPr id="787" name="PlaceHolder 2"/>
          <p:cNvSpPr>
            <a:spLocks noGrp="1"/>
          </p:cNvSpPr>
          <p:nvPr>
            <p:ph type="body"/>
          </p:nvPr>
        </p:nvSpPr>
        <p:spPr>
          <a:xfrm>
            <a:off x="685800" y="4400640"/>
            <a:ext cx="5484600" cy="3598560"/>
          </a:xfrm>
          <a:prstGeom prst="rect">
            <a:avLst/>
          </a:prstGeom>
          <a:noFill/>
          <a:ln w="0">
            <a:noFill/>
          </a:ln>
        </p:spPr>
        <p:txBody>
          <a:bodyPr lIns="0" rIns="0" tIns="0" bIns="0" anchor="t">
            <a:noAutofit/>
          </a:bodyPr>
          <a:p>
            <a:pPr marL="216000" indent="-216000">
              <a:lnSpc>
                <a:spcPct val="100000"/>
              </a:lnSpc>
              <a:buNone/>
              <a:tabLst>
                <a:tab algn="l" pos="0"/>
              </a:tabLst>
            </a:pPr>
            <a:r>
              <a:rPr b="0" lang="fr-FR" sz="2000" spc="-1" strike="noStrike">
                <a:latin typeface="Arial"/>
              </a:rPr>
              <a:t>Consigne : la preuve d'un refus est le message du script, pas une capture du code.</a:t>
            </a:r>
            <a:endParaRPr b="0" lang="fr-FR" sz="2000" spc="-1" strike="noStrike">
              <a:latin typeface="Arial"/>
            </a:endParaRPr>
          </a:p>
        </p:txBody>
      </p:sp>
      <p:sp>
        <p:nvSpPr>
          <p:cNvPr id="788" name="PlaceHolder 3"/>
          <p:cNvSpPr>
            <a:spLocks noGrp="1"/>
          </p:cNvSpPr>
          <p:nvPr>
            <p:ph type="sldNum" idx="86"/>
          </p:nvPr>
        </p:nvSpPr>
        <p:spPr>
          <a:xfrm>
            <a:off x="3884760" y="8685360"/>
            <a:ext cx="2970000" cy="45684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2FC34165-8106-4EEE-8C3D-77BEC0626961}"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3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89" name="PlaceHolder 1"/>
          <p:cNvSpPr>
            <a:spLocks noGrp="1"/>
          </p:cNvSpPr>
          <p:nvPr>
            <p:ph type="sldImg"/>
          </p:nvPr>
        </p:nvSpPr>
        <p:spPr>
          <a:xfrm>
            <a:off x="685800" y="1143000"/>
            <a:ext cx="5484600" cy="3084480"/>
          </a:xfrm>
          <a:prstGeom prst="rect">
            <a:avLst/>
          </a:prstGeom>
          <a:ln w="0">
            <a:noFill/>
          </a:ln>
        </p:spPr>
      </p:sp>
      <p:sp>
        <p:nvSpPr>
          <p:cNvPr id="790" name="PlaceHolder 2"/>
          <p:cNvSpPr>
            <a:spLocks noGrp="1"/>
          </p:cNvSpPr>
          <p:nvPr>
            <p:ph type="body"/>
          </p:nvPr>
        </p:nvSpPr>
        <p:spPr>
          <a:xfrm>
            <a:off x="685800" y="4400640"/>
            <a:ext cx="5484600" cy="3598560"/>
          </a:xfrm>
          <a:prstGeom prst="rect">
            <a:avLst/>
          </a:prstGeom>
          <a:noFill/>
          <a:ln w="0">
            <a:noFill/>
          </a:ln>
        </p:spPr>
        <p:txBody>
          <a:bodyPr lIns="0" rIns="0" tIns="0" bIns="0" anchor="t">
            <a:noAutofit/>
          </a:bodyPr>
          <a:p>
            <a:pPr marL="216000" indent="-216000">
              <a:lnSpc>
                <a:spcPct val="100000"/>
              </a:lnSpc>
              <a:buNone/>
              <a:tabLst>
                <a:tab algn="l" pos="0"/>
              </a:tabLst>
            </a:pPr>
            <a:r>
              <a:rPr b="0" lang="fr-FR" sz="2000" spc="-1" strike="noStrike">
                <a:latin typeface="Arial"/>
              </a:rPr>
              <a:t>Consigne : un lineage lisible va des sources à la table gold sans saut.</a:t>
            </a:r>
            <a:endParaRPr b="0" lang="fr-FR" sz="2000" spc="-1" strike="noStrike">
              <a:latin typeface="Arial"/>
            </a:endParaRPr>
          </a:p>
        </p:txBody>
      </p:sp>
      <p:sp>
        <p:nvSpPr>
          <p:cNvPr id="791" name="PlaceHolder 3"/>
          <p:cNvSpPr>
            <a:spLocks noGrp="1"/>
          </p:cNvSpPr>
          <p:nvPr>
            <p:ph type="sldNum" idx="87"/>
          </p:nvPr>
        </p:nvSpPr>
        <p:spPr>
          <a:xfrm>
            <a:off x="3884760" y="8685360"/>
            <a:ext cx="2970000" cy="45684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221AFD7B-1E9D-4E14-9A5A-28C7BA02EF95}"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3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92" name="PlaceHolder 1"/>
          <p:cNvSpPr>
            <a:spLocks noGrp="1"/>
          </p:cNvSpPr>
          <p:nvPr>
            <p:ph type="sldImg"/>
          </p:nvPr>
        </p:nvSpPr>
        <p:spPr>
          <a:xfrm>
            <a:off x="685800" y="1143000"/>
            <a:ext cx="5484600" cy="3084480"/>
          </a:xfrm>
          <a:prstGeom prst="rect">
            <a:avLst/>
          </a:prstGeom>
          <a:ln w="0">
            <a:noFill/>
          </a:ln>
        </p:spPr>
      </p:sp>
      <p:sp>
        <p:nvSpPr>
          <p:cNvPr id="793" name="PlaceHolder 2"/>
          <p:cNvSpPr>
            <a:spLocks noGrp="1"/>
          </p:cNvSpPr>
          <p:nvPr>
            <p:ph type="body"/>
          </p:nvPr>
        </p:nvSpPr>
        <p:spPr>
          <a:xfrm>
            <a:off x="685800" y="4400640"/>
            <a:ext cx="5484600" cy="3598560"/>
          </a:xfrm>
          <a:prstGeom prst="rect">
            <a:avLst/>
          </a:prstGeom>
          <a:noFill/>
          <a:ln w="0">
            <a:noFill/>
          </a:ln>
        </p:spPr>
        <p:txBody>
          <a:bodyPr lIns="0" rIns="0" tIns="0" bIns="0" anchor="t">
            <a:noAutofit/>
          </a:bodyPr>
          <a:p>
            <a:pPr marL="216000" indent="-216000">
              <a:lnSpc>
                <a:spcPct val="100000"/>
              </a:lnSpc>
              <a:buNone/>
              <a:tabLst>
                <a:tab algn="l" pos="0"/>
              </a:tabLst>
            </a:pPr>
            <a:r>
              <a:rPr b="0" lang="fr-FR" sz="2000" spc="-1" strike="noStrike">
                <a:latin typeface="Arial"/>
              </a:rPr>
              <a:t>Consigne : cochez uniquement ce que vous pouvez montrer. Une case non cochée et expliquée vaut mieux qu'une case cochée sans preuve.</a:t>
            </a:r>
            <a:endParaRPr b="0" lang="fr-FR" sz="2000" spc="-1" strike="noStrike">
              <a:latin typeface="Arial"/>
            </a:endParaRPr>
          </a:p>
        </p:txBody>
      </p:sp>
      <p:sp>
        <p:nvSpPr>
          <p:cNvPr id="794" name="PlaceHolder 3"/>
          <p:cNvSpPr>
            <a:spLocks noGrp="1"/>
          </p:cNvSpPr>
          <p:nvPr>
            <p:ph type="sldNum" idx="88"/>
          </p:nvPr>
        </p:nvSpPr>
        <p:spPr>
          <a:xfrm>
            <a:off x="3884760" y="8685360"/>
            <a:ext cx="2970000" cy="45684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EFF3D82F-DEF5-417B-9148-504E8E60CD00}"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3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95" name="PlaceHolder 1"/>
          <p:cNvSpPr>
            <a:spLocks noGrp="1"/>
          </p:cNvSpPr>
          <p:nvPr>
            <p:ph type="sldImg"/>
          </p:nvPr>
        </p:nvSpPr>
        <p:spPr>
          <a:xfrm>
            <a:off x="685800" y="1143000"/>
            <a:ext cx="5484600" cy="3084480"/>
          </a:xfrm>
          <a:prstGeom prst="rect">
            <a:avLst/>
          </a:prstGeom>
          <a:ln w="0">
            <a:noFill/>
          </a:ln>
        </p:spPr>
      </p:sp>
      <p:sp>
        <p:nvSpPr>
          <p:cNvPr id="796" name="PlaceHolder 2"/>
          <p:cNvSpPr>
            <a:spLocks noGrp="1"/>
          </p:cNvSpPr>
          <p:nvPr>
            <p:ph type="body"/>
          </p:nvPr>
        </p:nvSpPr>
        <p:spPr>
          <a:xfrm>
            <a:off x="685800" y="4400640"/>
            <a:ext cx="5484600" cy="3598560"/>
          </a:xfrm>
          <a:prstGeom prst="rect">
            <a:avLst/>
          </a:prstGeom>
          <a:noFill/>
          <a:ln w="0">
            <a:noFill/>
          </a:ln>
        </p:spPr>
        <p:txBody>
          <a:bodyPr lIns="0" rIns="0" tIns="0" bIns="0" anchor="t">
            <a:noAutofit/>
          </a:bodyPr>
          <a:p>
            <a:endParaRPr b="0" lang="fr-FR" sz="2000" spc="-1" strike="noStrike">
              <a:latin typeface="Arial"/>
            </a:endParaRPr>
          </a:p>
        </p:txBody>
      </p:sp>
      <p:sp>
        <p:nvSpPr>
          <p:cNvPr id="797" name="PlaceHolder 3"/>
          <p:cNvSpPr>
            <a:spLocks noGrp="1"/>
          </p:cNvSpPr>
          <p:nvPr>
            <p:ph type="sldNum" idx="89"/>
          </p:nvPr>
        </p:nvSpPr>
        <p:spPr>
          <a:xfrm>
            <a:off x="3884760" y="8685360"/>
            <a:ext cx="2970000" cy="45684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A8B9FDB2-B72F-485E-85D7-00FF63319AE5}"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3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98" name="PlaceHolder 1"/>
          <p:cNvSpPr>
            <a:spLocks noGrp="1"/>
          </p:cNvSpPr>
          <p:nvPr>
            <p:ph type="sldImg"/>
          </p:nvPr>
        </p:nvSpPr>
        <p:spPr>
          <a:xfrm>
            <a:off x="685800" y="1143000"/>
            <a:ext cx="5484600" cy="3084480"/>
          </a:xfrm>
          <a:prstGeom prst="rect">
            <a:avLst/>
          </a:prstGeom>
          <a:ln w="0">
            <a:noFill/>
          </a:ln>
        </p:spPr>
      </p:sp>
      <p:sp>
        <p:nvSpPr>
          <p:cNvPr id="799" name="PlaceHolder 2"/>
          <p:cNvSpPr>
            <a:spLocks noGrp="1"/>
          </p:cNvSpPr>
          <p:nvPr>
            <p:ph type="body"/>
          </p:nvPr>
        </p:nvSpPr>
        <p:spPr>
          <a:xfrm>
            <a:off x="685800" y="4400640"/>
            <a:ext cx="5484600" cy="3598560"/>
          </a:xfrm>
          <a:prstGeom prst="rect">
            <a:avLst/>
          </a:prstGeom>
          <a:noFill/>
          <a:ln w="0">
            <a:noFill/>
          </a:ln>
        </p:spPr>
        <p:txBody>
          <a:bodyPr lIns="0" rIns="0" tIns="0" bIns="0" anchor="t">
            <a:noAutofit/>
          </a:bodyPr>
          <a:p>
            <a:pPr marL="216000" indent="-216000">
              <a:lnSpc>
                <a:spcPct val="100000"/>
              </a:lnSpc>
              <a:buNone/>
              <a:tabLst>
                <a:tab algn="l" pos="0"/>
              </a:tabLst>
            </a:pPr>
            <a:r>
              <a:rPr b="0" lang="fr-FR" sz="2000" spc="-1" strike="noStrike">
                <a:latin typeface="Arial"/>
              </a:rPr>
              <a:t>Consigne : ne présentez pas un GO que le certificat contredit. Un NO-GO bien argumenté vaut un GO bien argumenté.</a:t>
            </a:r>
            <a:endParaRPr b="0" lang="fr-FR" sz="2000" spc="-1" strike="noStrike">
              <a:latin typeface="Arial"/>
            </a:endParaRPr>
          </a:p>
        </p:txBody>
      </p:sp>
      <p:sp>
        <p:nvSpPr>
          <p:cNvPr id="800" name="PlaceHolder 3"/>
          <p:cNvSpPr>
            <a:spLocks noGrp="1"/>
          </p:cNvSpPr>
          <p:nvPr>
            <p:ph type="sldNum" idx="90"/>
          </p:nvPr>
        </p:nvSpPr>
        <p:spPr>
          <a:xfrm>
            <a:off x="3884760" y="8685360"/>
            <a:ext cx="2970000" cy="45684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0B1D341E-3B76-413C-82CD-AD522BF7A31A}"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4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01" name="PlaceHolder 1"/>
          <p:cNvSpPr>
            <a:spLocks noGrp="1"/>
          </p:cNvSpPr>
          <p:nvPr>
            <p:ph type="sldImg"/>
          </p:nvPr>
        </p:nvSpPr>
        <p:spPr>
          <a:xfrm>
            <a:off x="685800" y="1143000"/>
            <a:ext cx="5484600" cy="3084480"/>
          </a:xfrm>
          <a:prstGeom prst="rect">
            <a:avLst/>
          </a:prstGeom>
          <a:ln w="0">
            <a:noFill/>
          </a:ln>
        </p:spPr>
      </p:sp>
      <p:sp>
        <p:nvSpPr>
          <p:cNvPr id="802" name="PlaceHolder 2"/>
          <p:cNvSpPr>
            <a:spLocks noGrp="1"/>
          </p:cNvSpPr>
          <p:nvPr>
            <p:ph type="body"/>
          </p:nvPr>
        </p:nvSpPr>
        <p:spPr>
          <a:xfrm>
            <a:off x="685800" y="4400640"/>
            <a:ext cx="5484600" cy="3598560"/>
          </a:xfrm>
          <a:prstGeom prst="rect">
            <a:avLst/>
          </a:prstGeom>
          <a:noFill/>
          <a:ln w="0">
            <a:noFill/>
          </a:ln>
        </p:spPr>
        <p:txBody>
          <a:bodyPr lIns="0" rIns="0" tIns="0" bIns="0" anchor="t">
            <a:noAutofit/>
          </a:bodyPr>
          <a:p>
            <a:pPr marL="216000" indent="-216000">
              <a:lnSpc>
                <a:spcPct val="100000"/>
              </a:lnSpc>
              <a:buNone/>
              <a:tabLst>
                <a:tab algn="l" pos="0"/>
              </a:tabLst>
            </a:pPr>
            <a:r>
              <a:rPr b="0" lang="fr-FR" sz="2000" spc="-1" strike="noStrike">
                <a:latin typeface="Arial"/>
              </a:rPr>
              <a:t>Consigne : les chiffres de cette page sont ceux de S5, sans retouche.</a:t>
            </a:r>
            <a:endParaRPr b="0" lang="fr-FR" sz="2000" spc="-1" strike="noStrike">
              <a:latin typeface="Arial"/>
            </a:endParaRPr>
          </a:p>
        </p:txBody>
      </p:sp>
      <p:sp>
        <p:nvSpPr>
          <p:cNvPr id="803" name="PlaceHolder 3"/>
          <p:cNvSpPr>
            <a:spLocks noGrp="1"/>
          </p:cNvSpPr>
          <p:nvPr>
            <p:ph type="sldNum" idx="91"/>
          </p:nvPr>
        </p:nvSpPr>
        <p:spPr>
          <a:xfrm>
            <a:off x="3884760" y="8685360"/>
            <a:ext cx="2970000" cy="45684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16E6437E-2CC0-4FBF-812D-CE1FEB86D6B2}"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4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04" name="PlaceHolder 1"/>
          <p:cNvSpPr>
            <a:spLocks noGrp="1"/>
          </p:cNvSpPr>
          <p:nvPr>
            <p:ph type="sldImg"/>
          </p:nvPr>
        </p:nvSpPr>
        <p:spPr>
          <a:xfrm>
            <a:off x="685800" y="1143000"/>
            <a:ext cx="5484600" cy="3084480"/>
          </a:xfrm>
          <a:prstGeom prst="rect">
            <a:avLst/>
          </a:prstGeom>
          <a:ln w="0">
            <a:noFill/>
          </a:ln>
        </p:spPr>
      </p:sp>
      <p:sp>
        <p:nvSpPr>
          <p:cNvPr id="805" name="PlaceHolder 2"/>
          <p:cNvSpPr>
            <a:spLocks noGrp="1"/>
          </p:cNvSpPr>
          <p:nvPr>
            <p:ph type="body"/>
          </p:nvPr>
        </p:nvSpPr>
        <p:spPr>
          <a:xfrm>
            <a:off x="685800" y="4400640"/>
            <a:ext cx="5484600" cy="3598560"/>
          </a:xfrm>
          <a:prstGeom prst="rect">
            <a:avLst/>
          </a:prstGeom>
          <a:noFill/>
          <a:ln w="0">
            <a:noFill/>
          </a:ln>
        </p:spPr>
        <p:txBody>
          <a:bodyPr lIns="0" rIns="0" tIns="0" bIns="0" anchor="t">
            <a:noAutofit/>
          </a:bodyPr>
          <a:p>
            <a:pPr marL="216000" indent="-216000">
              <a:lnSpc>
                <a:spcPct val="100000"/>
              </a:lnSpc>
              <a:buNone/>
              <a:tabLst>
                <a:tab algn="l" pos="0"/>
              </a:tabLst>
            </a:pPr>
            <a:r>
              <a:rPr b="0" lang="fr-FR" sz="2000" spc="-1" strike="noStrike">
                <a:latin typeface="Arial"/>
              </a:rPr>
              <a:t>Consigne : un écart non chiffré n'est pas un écart, c'est une impression.</a:t>
            </a:r>
            <a:endParaRPr b="0" lang="fr-FR" sz="2000" spc="-1" strike="noStrike">
              <a:latin typeface="Arial"/>
            </a:endParaRPr>
          </a:p>
        </p:txBody>
      </p:sp>
      <p:sp>
        <p:nvSpPr>
          <p:cNvPr id="806" name="PlaceHolder 3"/>
          <p:cNvSpPr>
            <a:spLocks noGrp="1"/>
          </p:cNvSpPr>
          <p:nvPr>
            <p:ph type="sldNum" idx="92"/>
          </p:nvPr>
        </p:nvSpPr>
        <p:spPr>
          <a:xfrm>
            <a:off x="3884760" y="8685360"/>
            <a:ext cx="2970000" cy="45684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91F0AF4A-3FE9-4103-A4A8-DF404B66F3AA}"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4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07" name="PlaceHolder 1"/>
          <p:cNvSpPr>
            <a:spLocks noGrp="1"/>
          </p:cNvSpPr>
          <p:nvPr>
            <p:ph type="sldImg"/>
          </p:nvPr>
        </p:nvSpPr>
        <p:spPr>
          <a:xfrm>
            <a:off x="685800" y="1143000"/>
            <a:ext cx="5484600" cy="3084480"/>
          </a:xfrm>
          <a:prstGeom prst="rect">
            <a:avLst/>
          </a:prstGeom>
          <a:ln w="0">
            <a:noFill/>
          </a:ln>
        </p:spPr>
      </p:sp>
      <p:sp>
        <p:nvSpPr>
          <p:cNvPr id="808" name="PlaceHolder 2"/>
          <p:cNvSpPr>
            <a:spLocks noGrp="1"/>
          </p:cNvSpPr>
          <p:nvPr>
            <p:ph type="body"/>
          </p:nvPr>
        </p:nvSpPr>
        <p:spPr>
          <a:xfrm>
            <a:off x="685800" y="4400640"/>
            <a:ext cx="5484600" cy="3598560"/>
          </a:xfrm>
          <a:prstGeom prst="rect">
            <a:avLst/>
          </a:prstGeom>
          <a:noFill/>
          <a:ln w="0">
            <a:noFill/>
          </a:ln>
        </p:spPr>
        <p:txBody>
          <a:bodyPr lIns="0" rIns="0" tIns="0" bIns="0" anchor="t">
            <a:noAutofit/>
          </a:bodyPr>
          <a:p>
            <a:pPr marL="216000" indent="-216000">
              <a:lnSpc>
                <a:spcPct val="100000"/>
              </a:lnSpc>
              <a:buNone/>
              <a:tabLst>
                <a:tab algn="l" pos="0"/>
              </a:tabLst>
            </a:pPr>
            <a:r>
              <a:rPr b="0" lang="fr-FR" sz="2000" spc="-1" strike="noStrike">
                <a:latin typeface="Arial"/>
              </a:rPr>
              <a:t>Consigne : la décision est attribuée à un rôle, pas au groupe.</a:t>
            </a:r>
            <a:endParaRPr b="0" lang="fr-FR" sz="2000" spc="-1" strike="noStrike">
              <a:latin typeface="Arial"/>
            </a:endParaRPr>
          </a:p>
        </p:txBody>
      </p:sp>
      <p:sp>
        <p:nvSpPr>
          <p:cNvPr id="809" name="PlaceHolder 3"/>
          <p:cNvSpPr>
            <a:spLocks noGrp="1"/>
          </p:cNvSpPr>
          <p:nvPr>
            <p:ph type="sldNum" idx="93"/>
          </p:nvPr>
        </p:nvSpPr>
        <p:spPr>
          <a:xfrm>
            <a:off x="3884760" y="8685360"/>
            <a:ext cx="2970000" cy="45684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C1661AEC-59D6-4DE4-97F0-F78178D0EF7B}"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4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10" name="PlaceHolder 1"/>
          <p:cNvSpPr>
            <a:spLocks noGrp="1"/>
          </p:cNvSpPr>
          <p:nvPr>
            <p:ph type="sldImg"/>
          </p:nvPr>
        </p:nvSpPr>
        <p:spPr>
          <a:xfrm>
            <a:off x="685800" y="1143000"/>
            <a:ext cx="5484600" cy="3084480"/>
          </a:xfrm>
          <a:prstGeom prst="rect">
            <a:avLst/>
          </a:prstGeom>
          <a:ln w="0">
            <a:noFill/>
          </a:ln>
        </p:spPr>
      </p:sp>
      <p:sp>
        <p:nvSpPr>
          <p:cNvPr id="811" name="PlaceHolder 2"/>
          <p:cNvSpPr>
            <a:spLocks noGrp="1"/>
          </p:cNvSpPr>
          <p:nvPr>
            <p:ph type="body"/>
          </p:nvPr>
        </p:nvSpPr>
        <p:spPr>
          <a:xfrm>
            <a:off x="685800" y="4400640"/>
            <a:ext cx="5484600" cy="3598560"/>
          </a:xfrm>
          <a:prstGeom prst="rect">
            <a:avLst/>
          </a:prstGeom>
          <a:noFill/>
          <a:ln w="0">
            <a:noFill/>
          </a:ln>
        </p:spPr>
        <p:txBody>
          <a:bodyPr lIns="0" rIns="0" tIns="0" bIns="0" anchor="t">
            <a:noAutofit/>
          </a:bodyPr>
          <a:p>
            <a:endParaRPr b="0" lang="fr-FR" sz="2000" spc="-1" strike="noStrike">
              <a:latin typeface="Arial"/>
            </a:endParaRPr>
          </a:p>
        </p:txBody>
      </p:sp>
      <p:sp>
        <p:nvSpPr>
          <p:cNvPr id="812" name="PlaceHolder 3"/>
          <p:cNvSpPr>
            <a:spLocks noGrp="1"/>
          </p:cNvSpPr>
          <p:nvPr>
            <p:ph type="sldNum" idx="94"/>
          </p:nvPr>
        </p:nvSpPr>
        <p:spPr>
          <a:xfrm>
            <a:off x="3884760" y="8685360"/>
            <a:ext cx="2970000" cy="45684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879E568B-BFEE-484D-B9BF-401B2EB090F3}"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4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13" name="PlaceHolder 1"/>
          <p:cNvSpPr>
            <a:spLocks noGrp="1"/>
          </p:cNvSpPr>
          <p:nvPr>
            <p:ph type="sldImg"/>
          </p:nvPr>
        </p:nvSpPr>
        <p:spPr>
          <a:xfrm>
            <a:off x="685800" y="1143000"/>
            <a:ext cx="5484600" cy="3084480"/>
          </a:xfrm>
          <a:prstGeom prst="rect">
            <a:avLst/>
          </a:prstGeom>
          <a:ln w="0">
            <a:noFill/>
          </a:ln>
        </p:spPr>
      </p:sp>
      <p:sp>
        <p:nvSpPr>
          <p:cNvPr id="814" name="PlaceHolder 2"/>
          <p:cNvSpPr>
            <a:spLocks noGrp="1"/>
          </p:cNvSpPr>
          <p:nvPr>
            <p:ph type="body"/>
          </p:nvPr>
        </p:nvSpPr>
        <p:spPr>
          <a:xfrm>
            <a:off x="685800" y="4400640"/>
            <a:ext cx="5484600" cy="3598560"/>
          </a:xfrm>
          <a:prstGeom prst="rect">
            <a:avLst/>
          </a:prstGeom>
          <a:noFill/>
          <a:ln w="0">
            <a:noFill/>
          </a:ln>
        </p:spPr>
        <p:txBody>
          <a:bodyPr lIns="0" rIns="0" tIns="0" bIns="0" anchor="t">
            <a:noAutofit/>
          </a:bodyPr>
          <a:p>
            <a:pPr marL="216000" indent="-216000">
              <a:lnSpc>
                <a:spcPct val="100000"/>
              </a:lnSpc>
              <a:buNone/>
              <a:tabLst>
                <a:tab algn="l" pos="0"/>
              </a:tabLst>
            </a:pPr>
            <a:r>
              <a:rPr b="0" lang="fr-FR" sz="2000" spc="-1" strike="noStrike">
                <a:latin typeface="Arial"/>
              </a:rPr>
              <a:t>Ce journal doit être identique à celui du dépôt (livrables/JOURNAL_DECISIONS.md).</a:t>
            </a:r>
            <a:endParaRPr b="0" lang="fr-FR" sz="2000" spc="-1" strike="noStrike">
              <a:latin typeface="Arial"/>
            </a:endParaRPr>
          </a:p>
        </p:txBody>
      </p:sp>
      <p:sp>
        <p:nvSpPr>
          <p:cNvPr id="815" name="PlaceHolder 3"/>
          <p:cNvSpPr>
            <a:spLocks noGrp="1"/>
          </p:cNvSpPr>
          <p:nvPr>
            <p:ph type="sldNum" idx="95"/>
          </p:nvPr>
        </p:nvSpPr>
        <p:spPr>
          <a:xfrm>
            <a:off x="3884760" y="8685360"/>
            <a:ext cx="2970000" cy="45684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683944A1-2404-49EB-8E27-E4CBD5F85DCC}"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4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16" name="PlaceHolder 1"/>
          <p:cNvSpPr>
            <a:spLocks noGrp="1"/>
          </p:cNvSpPr>
          <p:nvPr>
            <p:ph type="sldImg"/>
          </p:nvPr>
        </p:nvSpPr>
        <p:spPr>
          <a:xfrm>
            <a:off x="685800" y="1143000"/>
            <a:ext cx="5484600" cy="3084480"/>
          </a:xfrm>
          <a:prstGeom prst="rect">
            <a:avLst/>
          </a:prstGeom>
          <a:ln w="0">
            <a:noFill/>
          </a:ln>
        </p:spPr>
      </p:sp>
      <p:sp>
        <p:nvSpPr>
          <p:cNvPr id="817" name="PlaceHolder 2"/>
          <p:cNvSpPr>
            <a:spLocks noGrp="1"/>
          </p:cNvSpPr>
          <p:nvPr>
            <p:ph type="body"/>
          </p:nvPr>
        </p:nvSpPr>
        <p:spPr>
          <a:xfrm>
            <a:off x="685800" y="4400640"/>
            <a:ext cx="5484600" cy="3598560"/>
          </a:xfrm>
          <a:prstGeom prst="rect">
            <a:avLst/>
          </a:prstGeom>
          <a:noFill/>
          <a:ln w="0">
            <a:noFill/>
          </a:ln>
        </p:spPr>
        <p:txBody>
          <a:bodyPr lIns="0" rIns="0" tIns="0" bIns="0" anchor="t">
            <a:noAutofit/>
          </a:bodyPr>
          <a:p>
            <a:pPr marL="216000" indent="-216000">
              <a:lnSpc>
                <a:spcPct val="100000"/>
              </a:lnSpc>
              <a:buNone/>
              <a:tabLst>
                <a:tab algn="l" pos="0"/>
              </a:tabLst>
            </a:pPr>
            <a:r>
              <a:rPr b="0" lang="fr-FR" sz="2000" spc="-1" strike="noStrike">
                <a:latin typeface="Arial"/>
              </a:rPr>
              <a:t>Reprenez les totaux de AVANCEMENT.md.</a:t>
            </a:r>
            <a:endParaRPr b="0" lang="fr-FR" sz="2000" spc="-1" strike="noStrike">
              <a:latin typeface="Arial"/>
            </a:endParaRPr>
          </a:p>
        </p:txBody>
      </p:sp>
      <p:sp>
        <p:nvSpPr>
          <p:cNvPr id="818" name="PlaceHolder 3"/>
          <p:cNvSpPr>
            <a:spLocks noGrp="1"/>
          </p:cNvSpPr>
          <p:nvPr>
            <p:ph type="sldNum" idx="96"/>
          </p:nvPr>
        </p:nvSpPr>
        <p:spPr>
          <a:xfrm>
            <a:off x="3884760" y="8685360"/>
            <a:ext cx="2970000" cy="45684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B71185EA-F1FF-426E-BD52-D34F031AB1CB}"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4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19" name="PlaceHolder 1"/>
          <p:cNvSpPr>
            <a:spLocks noGrp="1"/>
          </p:cNvSpPr>
          <p:nvPr>
            <p:ph type="sldImg"/>
          </p:nvPr>
        </p:nvSpPr>
        <p:spPr>
          <a:xfrm>
            <a:off x="685800" y="1143000"/>
            <a:ext cx="5484600" cy="3084480"/>
          </a:xfrm>
          <a:prstGeom prst="rect">
            <a:avLst/>
          </a:prstGeom>
          <a:ln w="0">
            <a:noFill/>
          </a:ln>
        </p:spPr>
      </p:sp>
      <p:sp>
        <p:nvSpPr>
          <p:cNvPr id="820" name="PlaceHolder 2"/>
          <p:cNvSpPr>
            <a:spLocks noGrp="1"/>
          </p:cNvSpPr>
          <p:nvPr>
            <p:ph type="body"/>
          </p:nvPr>
        </p:nvSpPr>
        <p:spPr>
          <a:xfrm>
            <a:off x="685800" y="4400640"/>
            <a:ext cx="5484600" cy="3598560"/>
          </a:xfrm>
          <a:prstGeom prst="rect">
            <a:avLst/>
          </a:prstGeom>
          <a:noFill/>
          <a:ln w="0">
            <a:noFill/>
          </a:ln>
        </p:spPr>
        <p:txBody>
          <a:bodyPr lIns="0" rIns="0" tIns="0" bIns="0" anchor="t">
            <a:noAutofit/>
          </a:bodyPr>
          <a:p>
            <a:pPr marL="216000" indent="-216000">
              <a:lnSpc>
                <a:spcPct val="100000"/>
              </a:lnSpc>
              <a:buNone/>
              <a:tabLst>
                <a:tab algn="l" pos="0"/>
              </a:tabLst>
            </a:pPr>
            <a:r>
              <a:rPr b="0" lang="fr-FR" sz="2000" spc="-1" strike="noStrike">
                <a:latin typeface="Arial"/>
              </a:rPr>
              <a:t>Les étiquettes fixent l'état rendu à la fin de chaque séance.</a:t>
            </a:r>
            <a:endParaRPr b="0" lang="fr-FR" sz="2000" spc="-1" strike="noStrike">
              <a:latin typeface="Arial"/>
            </a:endParaRPr>
          </a:p>
        </p:txBody>
      </p:sp>
      <p:sp>
        <p:nvSpPr>
          <p:cNvPr id="821" name="PlaceHolder 3"/>
          <p:cNvSpPr>
            <a:spLocks noGrp="1"/>
          </p:cNvSpPr>
          <p:nvPr>
            <p:ph type="sldNum" idx="97"/>
          </p:nvPr>
        </p:nvSpPr>
        <p:spPr>
          <a:xfrm>
            <a:off x="3884760" y="8685360"/>
            <a:ext cx="2970000" cy="45684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9C4BC552-E519-48AD-B2C6-CAEF77A44696}"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4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22" name="PlaceHolder 1"/>
          <p:cNvSpPr>
            <a:spLocks noGrp="1"/>
          </p:cNvSpPr>
          <p:nvPr>
            <p:ph type="sldImg"/>
          </p:nvPr>
        </p:nvSpPr>
        <p:spPr>
          <a:xfrm>
            <a:off x="685800" y="1143000"/>
            <a:ext cx="5484600" cy="3084480"/>
          </a:xfrm>
          <a:prstGeom prst="rect">
            <a:avLst/>
          </a:prstGeom>
          <a:ln w="0">
            <a:noFill/>
          </a:ln>
        </p:spPr>
      </p:sp>
      <p:sp>
        <p:nvSpPr>
          <p:cNvPr id="823" name="PlaceHolder 2"/>
          <p:cNvSpPr>
            <a:spLocks noGrp="1"/>
          </p:cNvSpPr>
          <p:nvPr>
            <p:ph type="body"/>
          </p:nvPr>
        </p:nvSpPr>
        <p:spPr>
          <a:xfrm>
            <a:off x="685800" y="4400640"/>
            <a:ext cx="5484600" cy="3598560"/>
          </a:xfrm>
          <a:prstGeom prst="rect">
            <a:avLst/>
          </a:prstGeom>
          <a:noFill/>
          <a:ln w="0">
            <a:noFill/>
          </a:ln>
        </p:spPr>
        <p:txBody>
          <a:bodyPr lIns="0" rIns="0" tIns="0" bIns="0" anchor="t">
            <a:noAutofit/>
          </a:bodyPr>
          <a:p>
            <a:pPr marL="216000" indent="-216000">
              <a:lnSpc>
                <a:spcPct val="100000"/>
              </a:lnSpc>
              <a:buNone/>
              <a:tabLst>
                <a:tab algn="l" pos="0"/>
              </a:tabLst>
            </a:pPr>
            <a:r>
              <a:rPr b="0" lang="fr-FR" sz="2000" spc="-1" strike="noStrike">
                <a:latin typeface="Arial"/>
              </a:rPr>
              <a:t>Cochez en remplaçant [ ] par [x].</a:t>
            </a:r>
            <a:endParaRPr b="0" lang="fr-FR" sz="2000" spc="-1" strike="noStrike">
              <a:latin typeface="Arial"/>
            </a:endParaRPr>
          </a:p>
        </p:txBody>
      </p:sp>
      <p:sp>
        <p:nvSpPr>
          <p:cNvPr id="824" name="PlaceHolder 3"/>
          <p:cNvSpPr>
            <a:spLocks noGrp="1"/>
          </p:cNvSpPr>
          <p:nvPr>
            <p:ph type="sldNum" idx="98"/>
          </p:nvPr>
        </p:nvSpPr>
        <p:spPr>
          <a:xfrm>
            <a:off x="3884760" y="8685360"/>
            <a:ext cx="2970000" cy="45684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5673E5BC-B818-4B81-A24F-BF2F005DFB61}" type="slidenum">
              <a:rPr b="0" lang="en-US" sz="1200" spc="-1" strike="noStrike">
                <a:latin typeface="Times New Roman"/>
              </a:rPr>
              <a:t>&lt;numéro&gt;</a:t>
            </a:fld>
            <a:endParaRPr b="0" lang="fr-FR" sz="1200" spc="-1" strike="noStrike">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4.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5.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6.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7.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8.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9.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0.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1.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3.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4.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5.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26.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27.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28.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29.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0.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1.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2.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3.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4.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5.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6.xml.rels><?xml version="1.0" encoding="UTF-8"?>
<Relationships xmlns="http://schemas.openxmlformats.org/package/2006/relationships"><Relationship Id="rId1" Type="http://schemas.openxmlformats.org/officeDocument/2006/relationships/slideMaster" Target="../slideMasters/slideMaster3.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5"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fr-FR" sz="4400" spc="-1" strike="noStrike">
              <a:latin typeface="Arial"/>
            </a:endParaRPr>
          </a:p>
        </p:txBody>
      </p:sp>
      <p:sp>
        <p:nvSpPr>
          <p:cNvPr id="6" name="PlaceHolder 2"/>
          <p:cNvSpPr>
            <a:spLocks noGrp="1"/>
          </p:cNvSpPr>
          <p:nvPr>
            <p:ph type="subTitle"/>
          </p:nvPr>
        </p:nvSpPr>
        <p:spPr>
          <a:xfrm>
            <a:off x="609480" y="1604520"/>
            <a:ext cx="10972440" cy="3977280"/>
          </a:xfrm>
          <a:prstGeom prst="rect">
            <a:avLst/>
          </a:prstGeom>
          <a:noFill/>
          <a:ln w="0">
            <a:noFill/>
          </a:ln>
        </p:spPr>
        <p:txBody>
          <a:bodyPr lIns="0" rIns="0" tIns="0" bIns="0" anchor="ctr">
            <a:noAutofit/>
          </a:bodyPr>
          <a:p>
            <a:pPr algn="ctr">
              <a:buNone/>
            </a:pPr>
            <a:endParaRPr b="0" lang="fr-FR" sz="3200" spc="-1" strike="noStrike">
              <a:latin typeface="Arial"/>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7"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fr-FR" sz="4400" spc="-1" strike="noStrike">
              <a:latin typeface="Arial"/>
            </a:endParaRPr>
          </a:p>
        </p:txBody>
      </p:sp>
      <p:sp>
        <p:nvSpPr>
          <p:cNvPr id="8" name="PlaceHolder 2"/>
          <p:cNvSpPr>
            <a:spLocks noGrp="1"/>
          </p:cNvSpPr>
          <p:nvPr>
            <p:ph/>
          </p:nvPr>
        </p:nvSpPr>
        <p:spPr>
          <a:xfrm>
            <a:off x="609480" y="1604520"/>
            <a:ext cx="10972440" cy="3977280"/>
          </a:xfrm>
          <a:prstGeom prst="rect">
            <a:avLst/>
          </a:prstGeom>
          <a:noFill/>
          <a:ln w="0">
            <a:noFill/>
          </a:ln>
        </p:spPr>
        <p:txBody>
          <a:bodyPr lIns="0" rIns="0" tIns="0" bIns="0" anchor="t">
            <a:normAutofit/>
          </a:bodyPr>
          <a:p>
            <a:endParaRPr b="0" lang="fr-FR" sz="3200" spc="-1" strike="noStrike">
              <a:latin typeface="Arial"/>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9"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fr-FR" sz="4400" spc="-1" strike="noStrike">
              <a:latin typeface="Arial"/>
            </a:endParaRPr>
          </a:p>
        </p:txBody>
      </p:sp>
      <p:sp>
        <p:nvSpPr>
          <p:cNvPr id="10"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endParaRPr b="0" lang="fr-FR" sz="3200" spc="-1" strike="noStrike">
              <a:latin typeface="Arial"/>
            </a:endParaRPr>
          </a:p>
        </p:txBody>
      </p:sp>
      <p:sp>
        <p:nvSpPr>
          <p:cNvPr id="11"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endParaRPr b="0" lang="fr-FR" sz="3200" spc="-1" strike="noStrike">
              <a:latin typeface="Arial"/>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12"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fr-FR" sz="4400" spc="-1" strike="noStrike">
              <a:latin typeface="Arial"/>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3" name="PlaceHolder 1"/>
          <p:cNvSpPr>
            <a:spLocks noGrp="1"/>
          </p:cNvSpPr>
          <p:nvPr>
            <p:ph type="subTitle"/>
          </p:nvPr>
        </p:nvSpPr>
        <p:spPr>
          <a:xfrm>
            <a:off x="609480" y="273600"/>
            <a:ext cx="10972440" cy="5307840"/>
          </a:xfrm>
          <a:prstGeom prst="rect">
            <a:avLst/>
          </a:prstGeom>
          <a:noFill/>
          <a:ln w="0">
            <a:noFill/>
          </a:ln>
        </p:spPr>
        <p:txBody>
          <a:bodyPr lIns="0" rIns="0" tIns="0" bIns="0" anchor="ctr">
            <a:noAutofit/>
          </a:bodyPr>
          <a:p>
            <a:pPr algn="ctr">
              <a:buNone/>
            </a:pPr>
            <a:endParaRPr b="0" lang="fr-FR" sz="3200" spc="-1" strike="noStrike">
              <a:latin typeface="Arial"/>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4"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fr-FR" sz="4400" spc="-1" strike="noStrike">
              <a:latin typeface="Arial"/>
            </a:endParaRPr>
          </a:p>
        </p:txBody>
      </p:sp>
      <p:sp>
        <p:nvSpPr>
          <p:cNvPr id="15"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fr-FR" sz="3200" spc="-1" strike="noStrike">
              <a:latin typeface="Arial"/>
            </a:endParaRPr>
          </a:p>
        </p:txBody>
      </p:sp>
      <p:sp>
        <p:nvSpPr>
          <p:cNvPr id="16"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endParaRPr b="0" lang="fr-FR" sz="3200" spc="-1" strike="noStrike">
              <a:latin typeface="Arial"/>
            </a:endParaRPr>
          </a:p>
        </p:txBody>
      </p:sp>
      <p:sp>
        <p:nvSpPr>
          <p:cNvPr id="17"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endParaRPr b="0" lang="fr-FR" sz="3200" spc="-1" strike="noStrike">
              <a:latin typeface="Arial"/>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8"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fr-FR" sz="4400" spc="-1" strike="noStrike">
              <a:latin typeface="Arial"/>
            </a:endParaRPr>
          </a:p>
        </p:txBody>
      </p:sp>
      <p:sp>
        <p:nvSpPr>
          <p:cNvPr id="19"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endParaRPr b="0" lang="fr-FR" sz="3200" spc="-1" strike="noStrike">
              <a:latin typeface="Arial"/>
            </a:endParaRPr>
          </a:p>
        </p:txBody>
      </p:sp>
      <p:sp>
        <p:nvSpPr>
          <p:cNvPr id="20"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fr-FR" sz="3200" spc="-1" strike="noStrike">
              <a:latin typeface="Arial"/>
            </a:endParaRPr>
          </a:p>
        </p:txBody>
      </p:sp>
      <p:sp>
        <p:nvSpPr>
          <p:cNvPr id="21" name="PlaceHolder 4"/>
          <p:cNvSpPr>
            <a:spLocks noGrp="1"/>
          </p:cNvSpPr>
          <p:nvPr>
            <p:ph/>
          </p:nvPr>
        </p:nvSpPr>
        <p:spPr>
          <a:xfrm>
            <a:off x="6231960" y="3682080"/>
            <a:ext cx="5354280" cy="1896840"/>
          </a:xfrm>
          <a:prstGeom prst="rect">
            <a:avLst/>
          </a:prstGeom>
          <a:noFill/>
          <a:ln w="0">
            <a:noFill/>
          </a:ln>
        </p:spPr>
        <p:txBody>
          <a:bodyPr lIns="0" rIns="0" tIns="0" bIns="0" anchor="t">
            <a:normAutofit/>
          </a:bodyPr>
          <a:p>
            <a:endParaRPr b="0" lang="fr-FR" sz="3200" spc="-1" strike="noStrike">
              <a:latin typeface="Arial"/>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22"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fr-FR" sz="4400" spc="-1" strike="noStrike">
              <a:latin typeface="Arial"/>
            </a:endParaRPr>
          </a:p>
        </p:txBody>
      </p:sp>
      <p:sp>
        <p:nvSpPr>
          <p:cNvPr id="23"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fr-FR" sz="3200" spc="-1" strike="noStrike">
              <a:latin typeface="Arial"/>
            </a:endParaRPr>
          </a:p>
        </p:txBody>
      </p:sp>
      <p:sp>
        <p:nvSpPr>
          <p:cNvPr id="24"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fr-FR" sz="3200" spc="-1" strike="noStrike">
              <a:latin typeface="Arial"/>
            </a:endParaRPr>
          </a:p>
        </p:txBody>
      </p:sp>
      <p:sp>
        <p:nvSpPr>
          <p:cNvPr id="25" name="PlaceHolder 4"/>
          <p:cNvSpPr>
            <a:spLocks noGrp="1"/>
          </p:cNvSpPr>
          <p:nvPr>
            <p:ph/>
          </p:nvPr>
        </p:nvSpPr>
        <p:spPr>
          <a:xfrm>
            <a:off x="609480" y="3682080"/>
            <a:ext cx="10972440" cy="1896840"/>
          </a:xfrm>
          <a:prstGeom prst="rect">
            <a:avLst/>
          </a:prstGeom>
          <a:noFill/>
          <a:ln w="0">
            <a:noFill/>
          </a:ln>
        </p:spPr>
        <p:txBody>
          <a:bodyPr lIns="0" rIns="0" tIns="0" bIns="0" anchor="t">
            <a:normAutofit/>
          </a:bodyPr>
          <a:p>
            <a:endParaRPr b="0" lang="fr-FR" sz="3200" spc="-1" strike="noStrike">
              <a:latin typeface="Arial"/>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6"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fr-FR" sz="4400" spc="-1" strike="noStrike">
              <a:latin typeface="Arial"/>
            </a:endParaRPr>
          </a:p>
        </p:txBody>
      </p:sp>
      <p:sp>
        <p:nvSpPr>
          <p:cNvPr id="27" name="PlaceHolder 2"/>
          <p:cNvSpPr>
            <a:spLocks noGrp="1"/>
          </p:cNvSpPr>
          <p:nvPr>
            <p:ph/>
          </p:nvPr>
        </p:nvSpPr>
        <p:spPr>
          <a:xfrm>
            <a:off x="609480" y="1604520"/>
            <a:ext cx="10972440" cy="1896840"/>
          </a:xfrm>
          <a:prstGeom prst="rect">
            <a:avLst/>
          </a:prstGeom>
          <a:noFill/>
          <a:ln w="0">
            <a:noFill/>
          </a:ln>
        </p:spPr>
        <p:txBody>
          <a:bodyPr lIns="0" rIns="0" tIns="0" bIns="0" anchor="t">
            <a:normAutofit/>
          </a:bodyPr>
          <a:p>
            <a:endParaRPr b="0" lang="fr-FR" sz="3200" spc="-1" strike="noStrike">
              <a:latin typeface="Arial"/>
            </a:endParaRPr>
          </a:p>
        </p:txBody>
      </p:sp>
      <p:sp>
        <p:nvSpPr>
          <p:cNvPr id="28" name="PlaceHolder 3"/>
          <p:cNvSpPr>
            <a:spLocks noGrp="1"/>
          </p:cNvSpPr>
          <p:nvPr>
            <p:ph/>
          </p:nvPr>
        </p:nvSpPr>
        <p:spPr>
          <a:xfrm>
            <a:off x="609480" y="3682080"/>
            <a:ext cx="10972440" cy="1896840"/>
          </a:xfrm>
          <a:prstGeom prst="rect">
            <a:avLst/>
          </a:prstGeom>
          <a:noFill/>
          <a:ln w="0">
            <a:noFill/>
          </a:ln>
        </p:spPr>
        <p:txBody>
          <a:bodyPr lIns="0" rIns="0" tIns="0" bIns="0" anchor="t">
            <a:normAutofit/>
          </a:bodyPr>
          <a:p>
            <a:endParaRPr b="0" lang="fr-FR" sz="3200" spc="-1" strike="noStrike">
              <a:latin typeface="Arial"/>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29"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fr-FR" sz="4400" spc="-1" strike="noStrike">
              <a:latin typeface="Arial"/>
            </a:endParaRPr>
          </a:p>
        </p:txBody>
      </p:sp>
      <p:sp>
        <p:nvSpPr>
          <p:cNvPr id="30"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fr-FR" sz="3200" spc="-1" strike="noStrike">
              <a:latin typeface="Arial"/>
            </a:endParaRPr>
          </a:p>
        </p:txBody>
      </p:sp>
      <p:sp>
        <p:nvSpPr>
          <p:cNvPr id="31"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fr-FR" sz="3200" spc="-1" strike="noStrike">
              <a:latin typeface="Arial"/>
            </a:endParaRPr>
          </a:p>
        </p:txBody>
      </p:sp>
      <p:sp>
        <p:nvSpPr>
          <p:cNvPr id="32"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endParaRPr b="0" lang="fr-FR" sz="3200" spc="-1" strike="noStrike">
              <a:latin typeface="Arial"/>
            </a:endParaRPr>
          </a:p>
        </p:txBody>
      </p:sp>
      <p:sp>
        <p:nvSpPr>
          <p:cNvPr id="33" name="PlaceHolder 5"/>
          <p:cNvSpPr>
            <a:spLocks noGrp="1"/>
          </p:cNvSpPr>
          <p:nvPr>
            <p:ph/>
          </p:nvPr>
        </p:nvSpPr>
        <p:spPr>
          <a:xfrm>
            <a:off x="6231960" y="3682080"/>
            <a:ext cx="5354280" cy="1896840"/>
          </a:xfrm>
          <a:prstGeom prst="rect">
            <a:avLst/>
          </a:prstGeom>
          <a:noFill/>
          <a:ln w="0">
            <a:noFill/>
          </a:ln>
        </p:spPr>
        <p:txBody>
          <a:bodyPr lIns="0" rIns="0" tIns="0" bIns="0" anchor="t">
            <a:normAutofit/>
          </a:bodyPr>
          <a:p>
            <a:endParaRPr b="0" lang="fr-FR" sz="3200" spc="-1" strike="noStrike">
              <a:latin typeface="Arial"/>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4"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fr-FR" sz="4400" spc="-1" strike="noStrike">
              <a:latin typeface="Arial"/>
            </a:endParaRPr>
          </a:p>
        </p:txBody>
      </p:sp>
      <p:sp>
        <p:nvSpPr>
          <p:cNvPr id="35" name="PlaceHolder 2"/>
          <p:cNvSpPr>
            <a:spLocks noGrp="1"/>
          </p:cNvSpPr>
          <p:nvPr>
            <p:ph/>
          </p:nvPr>
        </p:nvSpPr>
        <p:spPr>
          <a:xfrm>
            <a:off x="609480" y="1604520"/>
            <a:ext cx="3533040" cy="1896840"/>
          </a:xfrm>
          <a:prstGeom prst="rect">
            <a:avLst/>
          </a:prstGeom>
          <a:noFill/>
          <a:ln w="0">
            <a:noFill/>
          </a:ln>
        </p:spPr>
        <p:txBody>
          <a:bodyPr lIns="0" rIns="0" tIns="0" bIns="0" anchor="t">
            <a:normAutofit/>
          </a:bodyPr>
          <a:p>
            <a:endParaRPr b="0" lang="fr-FR" sz="3200" spc="-1" strike="noStrike">
              <a:latin typeface="Arial"/>
            </a:endParaRPr>
          </a:p>
        </p:txBody>
      </p:sp>
      <p:sp>
        <p:nvSpPr>
          <p:cNvPr id="36" name="PlaceHolder 3"/>
          <p:cNvSpPr>
            <a:spLocks noGrp="1"/>
          </p:cNvSpPr>
          <p:nvPr>
            <p:ph/>
          </p:nvPr>
        </p:nvSpPr>
        <p:spPr>
          <a:xfrm>
            <a:off x="4319640" y="1604520"/>
            <a:ext cx="3533040" cy="1896840"/>
          </a:xfrm>
          <a:prstGeom prst="rect">
            <a:avLst/>
          </a:prstGeom>
          <a:noFill/>
          <a:ln w="0">
            <a:noFill/>
          </a:ln>
        </p:spPr>
        <p:txBody>
          <a:bodyPr lIns="0" rIns="0" tIns="0" bIns="0" anchor="t">
            <a:normAutofit/>
          </a:bodyPr>
          <a:p>
            <a:endParaRPr b="0" lang="fr-FR" sz="3200" spc="-1" strike="noStrike">
              <a:latin typeface="Arial"/>
            </a:endParaRPr>
          </a:p>
        </p:txBody>
      </p:sp>
      <p:sp>
        <p:nvSpPr>
          <p:cNvPr id="37" name="PlaceHolder 4"/>
          <p:cNvSpPr>
            <a:spLocks noGrp="1"/>
          </p:cNvSpPr>
          <p:nvPr>
            <p:ph/>
          </p:nvPr>
        </p:nvSpPr>
        <p:spPr>
          <a:xfrm>
            <a:off x="8029800" y="1604520"/>
            <a:ext cx="3533040" cy="1896840"/>
          </a:xfrm>
          <a:prstGeom prst="rect">
            <a:avLst/>
          </a:prstGeom>
          <a:noFill/>
          <a:ln w="0">
            <a:noFill/>
          </a:ln>
        </p:spPr>
        <p:txBody>
          <a:bodyPr lIns="0" rIns="0" tIns="0" bIns="0" anchor="t">
            <a:normAutofit/>
          </a:bodyPr>
          <a:p>
            <a:endParaRPr b="0" lang="fr-FR" sz="3200" spc="-1" strike="noStrike">
              <a:latin typeface="Arial"/>
            </a:endParaRPr>
          </a:p>
        </p:txBody>
      </p:sp>
      <p:sp>
        <p:nvSpPr>
          <p:cNvPr id="38" name="PlaceHolder 5"/>
          <p:cNvSpPr>
            <a:spLocks noGrp="1"/>
          </p:cNvSpPr>
          <p:nvPr>
            <p:ph/>
          </p:nvPr>
        </p:nvSpPr>
        <p:spPr>
          <a:xfrm>
            <a:off x="609480" y="3682080"/>
            <a:ext cx="3533040" cy="1896840"/>
          </a:xfrm>
          <a:prstGeom prst="rect">
            <a:avLst/>
          </a:prstGeom>
          <a:noFill/>
          <a:ln w="0">
            <a:noFill/>
          </a:ln>
        </p:spPr>
        <p:txBody>
          <a:bodyPr lIns="0" rIns="0" tIns="0" bIns="0" anchor="t">
            <a:normAutofit/>
          </a:bodyPr>
          <a:p>
            <a:endParaRPr b="0" lang="fr-FR" sz="3200" spc="-1" strike="noStrike">
              <a:latin typeface="Arial"/>
            </a:endParaRPr>
          </a:p>
        </p:txBody>
      </p:sp>
      <p:sp>
        <p:nvSpPr>
          <p:cNvPr id="39" name="PlaceHolder 6"/>
          <p:cNvSpPr>
            <a:spLocks noGrp="1"/>
          </p:cNvSpPr>
          <p:nvPr>
            <p:ph/>
          </p:nvPr>
        </p:nvSpPr>
        <p:spPr>
          <a:xfrm>
            <a:off x="4319640" y="3682080"/>
            <a:ext cx="3533040" cy="1896840"/>
          </a:xfrm>
          <a:prstGeom prst="rect">
            <a:avLst/>
          </a:prstGeom>
          <a:noFill/>
          <a:ln w="0">
            <a:noFill/>
          </a:ln>
        </p:spPr>
        <p:txBody>
          <a:bodyPr lIns="0" rIns="0" tIns="0" bIns="0" anchor="t">
            <a:normAutofit/>
          </a:bodyPr>
          <a:p>
            <a:endParaRPr b="0" lang="fr-FR" sz="3200" spc="-1" strike="noStrike">
              <a:latin typeface="Arial"/>
            </a:endParaRPr>
          </a:p>
        </p:txBody>
      </p:sp>
      <p:sp>
        <p:nvSpPr>
          <p:cNvPr id="40" name="PlaceHolder 7"/>
          <p:cNvSpPr>
            <a:spLocks noGrp="1"/>
          </p:cNvSpPr>
          <p:nvPr>
            <p:ph/>
          </p:nvPr>
        </p:nvSpPr>
        <p:spPr>
          <a:xfrm>
            <a:off x="8029800" y="3682080"/>
            <a:ext cx="3533040" cy="1896840"/>
          </a:xfrm>
          <a:prstGeom prst="rect">
            <a:avLst/>
          </a:prstGeom>
          <a:noFill/>
          <a:ln w="0">
            <a:noFill/>
          </a:ln>
        </p:spPr>
        <p:txBody>
          <a:bodyPr lIns="0" rIns="0" tIns="0" bIns="0" anchor="t">
            <a:normAutofit/>
          </a:bodyPr>
          <a:p>
            <a:endParaRPr b="0" lang="fr-FR" sz="3200" spc="-1" strike="noStrike">
              <a:latin typeface="Arial"/>
            </a:endParaRPr>
          </a:p>
        </p:txBody>
      </p:sp>
    </p:spTree>
  </p:cSld>
</p:sldLayout>
</file>

<file path=ppt/slideLayouts/slideLayout1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sldNum" idx="1"/>
          </p:nvPr>
        </p:nvSpPr>
        <p:spPr/>
        <p:txBody>
          <a:bodyPr/>
          <a:p>
            <a:fld id="{1E80B437-B3B0-4F0A-821C-B4AE0399213C}" type="slidenum">
              <a:t>&lt;#&gt;</a:t>
            </a:fld>
          </a:p>
        </p:txBody>
      </p:sp>
    </p:spTree>
  </p:cSld>
</p:sldLayout>
</file>

<file path=ppt/slideLayouts/slideLayout1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46"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fr-FR" sz="4400" spc="-1" strike="noStrike">
              <a:latin typeface="Arial"/>
            </a:endParaRPr>
          </a:p>
        </p:txBody>
      </p:sp>
      <p:sp>
        <p:nvSpPr>
          <p:cNvPr id="47" name="PlaceHolder 2"/>
          <p:cNvSpPr>
            <a:spLocks noGrp="1"/>
          </p:cNvSpPr>
          <p:nvPr>
            <p:ph type="subTitle"/>
          </p:nvPr>
        </p:nvSpPr>
        <p:spPr>
          <a:xfrm>
            <a:off x="609480" y="1604520"/>
            <a:ext cx="10972440" cy="3977280"/>
          </a:xfrm>
          <a:prstGeom prst="rect">
            <a:avLst/>
          </a:prstGeom>
          <a:noFill/>
          <a:ln w="0">
            <a:noFill/>
          </a:ln>
        </p:spPr>
        <p:txBody>
          <a:bodyPr lIns="0" rIns="0" tIns="0" bIns="0" anchor="ctr">
            <a:noAutofit/>
          </a:bodyPr>
          <a:p>
            <a:pPr algn="ctr">
              <a:buNone/>
            </a:pPr>
            <a:endParaRPr b="0" lang="fr-FR" sz="3200" spc="-1" strike="noStrike">
              <a:latin typeface="Arial"/>
            </a:endParaRPr>
          </a:p>
        </p:txBody>
      </p:sp>
      <p:sp>
        <p:nvSpPr>
          <p:cNvPr id="4" name="PlaceHolder 3"/>
          <p:cNvSpPr>
            <a:spLocks noGrp="1"/>
          </p:cNvSpPr>
          <p:nvPr>
            <p:ph type="sldNum" idx="1"/>
          </p:nvPr>
        </p:nvSpPr>
        <p:spPr/>
        <p:txBody>
          <a:bodyPr/>
          <a:p>
            <a:fld id="{778E1591-EA7A-4476-BA95-63F08A8BF444}" type="slidenum">
              <a:t>&lt;#&gt;</a:t>
            </a:fld>
          </a:p>
        </p:txBody>
      </p:sp>
    </p:spTree>
  </p:cSld>
</p:sldLayout>
</file>

<file path=ppt/slideLayouts/slideLayout1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48"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fr-FR" sz="4400" spc="-1" strike="noStrike">
              <a:latin typeface="Arial"/>
            </a:endParaRPr>
          </a:p>
        </p:txBody>
      </p:sp>
      <p:sp>
        <p:nvSpPr>
          <p:cNvPr id="49" name="PlaceHolder 2"/>
          <p:cNvSpPr>
            <a:spLocks noGrp="1"/>
          </p:cNvSpPr>
          <p:nvPr>
            <p:ph/>
          </p:nvPr>
        </p:nvSpPr>
        <p:spPr>
          <a:xfrm>
            <a:off x="609480" y="1604520"/>
            <a:ext cx="10972440" cy="3977280"/>
          </a:xfrm>
          <a:prstGeom prst="rect">
            <a:avLst/>
          </a:prstGeom>
          <a:noFill/>
          <a:ln w="0">
            <a:noFill/>
          </a:ln>
        </p:spPr>
        <p:txBody>
          <a:bodyPr lIns="0" rIns="0" tIns="0" bIns="0" anchor="t">
            <a:normAutofit/>
          </a:bodyPr>
          <a:p>
            <a:endParaRPr b="0" lang="fr-FR" sz="3200" spc="-1" strike="noStrike">
              <a:latin typeface="Arial"/>
            </a:endParaRPr>
          </a:p>
        </p:txBody>
      </p:sp>
      <p:sp>
        <p:nvSpPr>
          <p:cNvPr id="4" name="PlaceHolder 3"/>
          <p:cNvSpPr>
            <a:spLocks noGrp="1"/>
          </p:cNvSpPr>
          <p:nvPr>
            <p:ph type="sldNum" idx="1"/>
          </p:nvPr>
        </p:nvSpPr>
        <p:spPr/>
        <p:txBody>
          <a:bodyPr/>
          <a:p>
            <a:fld id="{AD162D34-FDFA-4E0C-BE45-D7C60E8630F1}" type="slidenum">
              <a:t>&lt;#&gt;</a:t>
            </a:fld>
          </a:p>
        </p:txBody>
      </p:sp>
    </p:spTree>
  </p:cSld>
</p:sldLayout>
</file>

<file path=ppt/slideLayouts/slideLayout1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50"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fr-FR" sz="4400" spc="-1" strike="noStrike">
              <a:latin typeface="Arial"/>
            </a:endParaRPr>
          </a:p>
        </p:txBody>
      </p:sp>
      <p:sp>
        <p:nvSpPr>
          <p:cNvPr id="51"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endParaRPr b="0" lang="fr-FR" sz="3200" spc="-1" strike="noStrike">
              <a:latin typeface="Arial"/>
            </a:endParaRPr>
          </a:p>
        </p:txBody>
      </p:sp>
      <p:sp>
        <p:nvSpPr>
          <p:cNvPr id="52"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endParaRPr b="0" lang="fr-FR" sz="3200" spc="-1" strike="noStrike">
              <a:latin typeface="Arial"/>
            </a:endParaRPr>
          </a:p>
        </p:txBody>
      </p:sp>
      <p:sp>
        <p:nvSpPr>
          <p:cNvPr id="5" name="PlaceHolder 4"/>
          <p:cNvSpPr>
            <a:spLocks noGrp="1"/>
          </p:cNvSpPr>
          <p:nvPr>
            <p:ph type="sldNum" idx="1"/>
          </p:nvPr>
        </p:nvSpPr>
        <p:spPr/>
        <p:txBody>
          <a:bodyPr/>
          <a:p>
            <a:fld id="{F869E446-6C45-462D-9B95-1E584F2AC5C7}" type="slidenum">
              <a:t>&lt;#&gt;</a:t>
            </a:fld>
          </a:p>
        </p:txBody>
      </p:sp>
    </p:spTree>
  </p:cSld>
</p:sldLayout>
</file>

<file path=ppt/slideLayouts/slideLayout1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53"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fr-FR" sz="4400" spc="-1" strike="noStrike">
              <a:latin typeface="Arial"/>
            </a:endParaRPr>
          </a:p>
        </p:txBody>
      </p:sp>
      <p:sp>
        <p:nvSpPr>
          <p:cNvPr id="3" name="PlaceHolder 2"/>
          <p:cNvSpPr>
            <a:spLocks noGrp="1"/>
          </p:cNvSpPr>
          <p:nvPr>
            <p:ph type="sldNum" idx="1"/>
          </p:nvPr>
        </p:nvSpPr>
        <p:spPr/>
        <p:txBody>
          <a:bodyPr/>
          <a:p>
            <a:fld id="{EE2EA373-8BC1-4C5B-B197-1C601EC4E763}" type="slidenum">
              <a:t>&lt;#&gt;</a:t>
            </a:fld>
          </a:p>
        </p:txBody>
      </p:sp>
    </p:spTree>
  </p:cSld>
</p:sldLayout>
</file>

<file path=ppt/slideLayouts/slideLayout1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54" name="PlaceHolder 1"/>
          <p:cNvSpPr>
            <a:spLocks noGrp="1"/>
          </p:cNvSpPr>
          <p:nvPr>
            <p:ph type="subTitle"/>
          </p:nvPr>
        </p:nvSpPr>
        <p:spPr>
          <a:xfrm>
            <a:off x="609480" y="273600"/>
            <a:ext cx="10972440" cy="5307840"/>
          </a:xfrm>
          <a:prstGeom prst="rect">
            <a:avLst/>
          </a:prstGeom>
          <a:noFill/>
          <a:ln w="0">
            <a:noFill/>
          </a:ln>
        </p:spPr>
        <p:txBody>
          <a:bodyPr lIns="0" rIns="0" tIns="0" bIns="0" anchor="ctr">
            <a:noAutofit/>
          </a:bodyPr>
          <a:p>
            <a:pPr algn="ctr">
              <a:buNone/>
            </a:pPr>
            <a:endParaRPr b="0" lang="fr-FR" sz="3200" spc="-1" strike="noStrike">
              <a:latin typeface="Arial"/>
            </a:endParaRPr>
          </a:p>
        </p:txBody>
      </p:sp>
      <p:sp>
        <p:nvSpPr>
          <p:cNvPr id="3" name="PlaceHolder 2"/>
          <p:cNvSpPr>
            <a:spLocks noGrp="1"/>
          </p:cNvSpPr>
          <p:nvPr>
            <p:ph type="sldNum" idx="1"/>
          </p:nvPr>
        </p:nvSpPr>
        <p:spPr/>
        <p:txBody>
          <a:bodyPr/>
          <a:p>
            <a:fld id="{413ADE53-560A-45A6-BE9A-FDEEBD901D02}" type="slidenum">
              <a:t>&lt;#&gt;</a:t>
            </a:fld>
          </a:p>
        </p:txBody>
      </p:sp>
    </p:spTree>
  </p:cSld>
</p:sldLayout>
</file>

<file path=ppt/slideLayouts/slideLayout1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55"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fr-FR" sz="4400" spc="-1" strike="noStrike">
              <a:latin typeface="Arial"/>
            </a:endParaRPr>
          </a:p>
        </p:txBody>
      </p:sp>
      <p:sp>
        <p:nvSpPr>
          <p:cNvPr id="56"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fr-FR" sz="3200" spc="-1" strike="noStrike">
              <a:latin typeface="Arial"/>
            </a:endParaRPr>
          </a:p>
        </p:txBody>
      </p:sp>
      <p:sp>
        <p:nvSpPr>
          <p:cNvPr id="57"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endParaRPr b="0" lang="fr-FR" sz="3200" spc="-1" strike="noStrike">
              <a:latin typeface="Arial"/>
            </a:endParaRPr>
          </a:p>
        </p:txBody>
      </p:sp>
      <p:sp>
        <p:nvSpPr>
          <p:cNvPr id="58"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endParaRPr b="0" lang="fr-FR" sz="3200" spc="-1" strike="noStrike">
              <a:latin typeface="Arial"/>
            </a:endParaRPr>
          </a:p>
        </p:txBody>
      </p:sp>
      <p:sp>
        <p:nvSpPr>
          <p:cNvPr id="6" name="PlaceHolder 5"/>
          <p:cNvSpPr>
            <a:spLocks noGrp="1"/>
          </p:cNvSpPr>
          <p:nvPr>
            <p:ph type="sldNum" idx="1"/>
          </p:nvPr>
        </p:nvSpPr>
        <p:spPr/>
        <p:txBody>
          <a:bodyPr/>
          <a:p>
            <a:fld id="{64E98755-F4AC-44CB-A255-D18110A6331C}" type="slidenum">
              <a:t>&lt;#&gt;</a:t>
            </a:fld>
          </a:p>
        </p:txBody>
      </p:sp>
    </p:spTree>
  </p:cSld>
</p:sldLayout>
</file>

<file path=ppt/slideLayouts/slideLayout2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59"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fr-FR" sz="4400" spc="-1" strike="noStrike">
              <a:latin typeface="Arial"/>
            </a:endParaRPr>
          </a:p>
        </p:txBody>
      </p:sp>
      <p:sp>
        <p:nvSpPr>
          <p:cNvPr id="60"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endParaRPr b="0" lang="fr-FR" sz="3200" spc="-1" strike="noStrike">
              <a:latin typeface="Arial"/>
            </a:endParaRPr>
          </a:p>
        </p:txBody>
      </p:sp>
      <p:sp>
        <p:nvSpPr>
          <p:cNvPr id="61"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fr-FR" sz="3200" spc="-1" strike="noStrike">
              <a:latin typeface="Arial"/>
            </a:endParaRPr>
          </a:p>
        </p:txBody>
      </p:sp>
      <p:sp>
        <p:nvSpPr>
          <p:cNvPr id="62" name="PlaceHolder 4"/>
          <p:cNvSpPr>
            <a:spLocks noGrp="1"/>
          </p:cNvSpPr>
          <p:nvPr>
            <p:ph/>
          </p:nvPr>
        </p:nvSpPr>
        <p:spPr>
          <a:xfrm>
            <a:off x="6231960" y="3682080"/>
            <a:ext cx="5354280" cy="1896840"/>
          </a:xfrm>
          <a:prstGeom prst="rect">
            <a:avLst/>
          </a:prstGeom>
          <a:noFill/>
          <a:ln w="0">
            <a:noFill/>
          </a:ln>
        </p:spPr>
        <p:txBody>
          <a:bodyPr lIns="0" rIns="0" tIns="0" bIns="0" anchor="t">
            <a:normAutofit/>
          </a:bodyPr>
          <a:p>
            <a:endParaRPr b="0" lang="fr-FR" sz="3200" spc="-1" strike="noStrike">
              <a:latin typeface="Arial"/>
            </a:endParaRPr>
          </a:p>
        </p:txBody>
      </p:sp>
      <p:sp>
        <p:nvSpPr>
          <p:cNvPr id="6" name="PlaceHolder 5"/>
          <p:cNvSpPr>
            <a:spLocks noGrp="1"/>
          </p:cNvSpPr>
          <p:nvPr>
            <p:ph type="sldNum" idx="1"/>
          </p:nvPr>
        </p:nvSpPr>
        <p:spPr/>
        <p:txBody>
          <a:bodyPr/>
          <a:p>
            <a:fld id="{69AAF1E8-6E7B-44BD-A4D0-B0B759782A62}" type="slidenum">
              <a:t>&lt;#&gt;</a:t>
            </a:fld>
          </a:p>
        </p:txBody>
      </p:sp>
    </p:spTree>
  </p:cSld>
</p:sldLayout>
</file>

<file path=ppt/slideLayouts/slideLayout2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63"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fr-FR" sz="4400" spc="-1" strike="noStrike">
              <a:latin typeface="Arial"/>
            </a:endParaRPr>
          </a:p>
        </p:txBody>
      </p:sp>
      <p:sp>
        <p:nvSpPr>
          <p:cNvPr id="64"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fr-FR" sz="3200" spc="-1" strike="noStrike">
              <a:latin typeface="Arial"/>
            </a:endParaRPr>
          </a:p>
        </p:txBody>
      </p:sp>
      <p:sp>
        <p:nvSpPr>
          <p:cNvPr id="65"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fr-FR" sz="3200" spc="-1" strike="noStrike">
              <a:latin typeface="Arial"/>
            </a:endParaRPr>
          </a:p>
        </p:txBody>
      </p:sp>
      <p:sp>
        <p:nvSpPr>
          <p:cNvPr id="66" name="PlaceHolder 4"/>
          <p:cNvSpPr>
            <a:spLocks noGrp="1"/>
          </p:cNvSpPr>
          <p:nvPr>
            <p:ph/>
          </p:nvPr>
        </p:nvSpPr>
        <p:spPr>
          <a:xfrm>
            <a:off x="609480" y="3682080"/>
            <a:ext cx="10972440" cy="1896840"/>
          </a:xfrm>
          <a:prstGeom prst="rect">
            <a:avLst/>
          </a:prstGeom>
          <a:noFill/>
          <a:ln w="0">
            <a:noFill/>
          </a:ln>
        </p:spPr>
        <p:txBody>
          <a:bodyPr lIns="0" rIns="0" tIns="0" bIns="0" anchor="t">
            <a:normAutofit/>
          </a:bodyPr>
          <a:p>
            <a:endParaRPr b="0" lang="fr-FR" sz="3200" spc="-1" strike="noStrike">
              <a:latin typeface="Arial"/>
            </a:endParaRPr>
          </a:p>
        </p:txBody>
      </p:sp>
      <p:sp>
        <p:nvSpPr>
          <p:cNvPr id="6" name="PlaceHolder 5"/>
          <p:cNvSpPr>
            <a:spLocks noGrp="1"/>
          </p:cNvSpPr>
          <p:nvPr>
            <p:ph type="sldNum" idx="1"/>
          </p:nvPr>
        </p:nvSpPr>
        <p:spPr/>
        <p:txBody>
          <a:bodyPr/>
          <a:p>
            <a:fld id="{3FE2F947-9147-47AE-BA41-B19F9D927D93}" type="slidenum">
              <a:t>&lt;#&gt;</a:t>
            </a:fld>
          </a:p>
        </p:txBody>
      </p:sp>
    </p:spTree>
  </p:cSld>
</p:sldLayout>
</file>

<file path=ppt/slideLayouts/slideLayout2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67"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fr-FR" sz="4400" spc="-1" strike="noStrike">
              <a:latin typeface="Arial"/>
            </a:endParaRPr>
          </a:p>
        </p:txBody>
      </p:sp>
      <p:sp>
        <p:nvSpPr>
          <p:cNvPr id="68" name="PlaceHolder 2"/>
          <p:cNvSpPr>
            <a:spLocks noGrp="1"/>
          </p:cNvSpPr>
          <p:nvPr>
            <p:ph/>
          </p:nvPr>
        </p:nvSpPr>
        <p:spPr>
          <a:xfrm>
            <a:off x="609480" y="1604520"/>
            <a:ext cx="10972440" cy="1896840"/>
          </a:xfrm>
          <a:prstGeom prst="rect">
            <a:avLst/>
          </a:prstGeom>
          <a:noFill/>
          <a:ln w="0">
            <a:noFill/>
          </a:ln>
        </p:spPr>
        <p:txBody>
          <a:bodyPr lIns="0" rIns="0" tIns="0" bIns="0" anchor="t">
            <a:normAutofit/>
          </a:bodyPr>
          <a:p>
            <a:endParaRPr b="0" lang="fr-FR" sz="3200" spc="-1" strike="noStrike">
              <a:latin typeface="Arial"/>
            </a:endParaRPr>
          </a:p>
        </p:txBody>
      </p:sp>
      <p:sp>
        <p:nvSpPr>
          <p:cNvPr id="69" name="PlaceHolder 3"/>
          <p:cNvSpPr>
            <a:spLocks noGrp="1"/>
          </p:cNvSpPr>
          <p:nvPr>
            <p:ph/>
          </p:nvPr>
        </p:nvSpPr>
        <p:spPr>
          <a:xfrm>
            <a:off x="609480" y="3682080"/>
            <a:ext cx="10972440" cy="1896840"/>
          </a:xfrm>
          <a:prstGeom prst="rect">
            <a:avLst/>
          </a:prstGeom>
          <a:noFill/>
          <a:ln w="0">
            <a:noFill/>
          </a:ln>
        </p:spPr>
        <p:txBody>
          <a:bodyPr lIns="0" rIns="0" tIns="0" bIns="0" anchor="t">
            <a:normAutofit/>
          </a:bodyPr>
          <a:p>
            <a:endParaRPr b="0" lang="fr-FR" sz="3200" spc="-1" strike="noStrike">
              <a:latin typeface="Arial"/>
            </a:endParaRPr>
          </a:p>
        </p:txBody>
      </p:sp>
      <p:sp>
        <p:nvSpPr>
          <p:cNvPr id="5" name="PlaceHolder 4"/>
          <p:cNvSpPr>
            <a:spLocks noGrp="1"/>
          </p:cNvSpPr>
          <p:nvPr>
            <p:ph type="sldNum" idx="1"/>
          </p:nvPr>
        </p:nvSpPr>
        <p:spPr/>
        <p:txBody>
          <a:bodyPr/>
          <a:p>
            <a:fld id="{775B3CEE-84DF-4329-99A8-8B13B896D41D}" type="slidenum">
              <a:t>&lt;#&gt;</a:t>
            </a:fld>
          </a:p>
        </p:txBody>
      </p:sp>
    </p:spTree>
  </p:cSld>
</p:sldLayout>
</file>

<file path=ppt/slideLayouts/slideLayout2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70"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fr-FR" sz="4400" spc="-1" strike="noStrike">
              <a:latin typeface="Arial"/>
            </a:endParaRPr>
          </a:p>
        </p:txBody>
      </p:sp>
      <p:sp>
        <p:nvSpPr>
          <p:cNvPr id="71"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fr-FR" sz="3200" spc="-1" strike="noStrike">
              <a:latin typeface="Arial"/>
            </a:endParaRPr>
          </a:p>
        </p:txBody>
      </p:sp>
      <p:sp>
        <p:nvSpPr>
          <p:cNvPr id="72"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fr-FR" sz="3200" spc="-1" strike="noStrike">
              <a:latin typeface="Arial"/>
            </a:endParaRPr>
          </a:p>
        </p:txBody>
      </p:sp>
      <p:sp>
        <p:nvSpPr>
          <p:cNvPr id="73"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endParaRPr b="0" lang="fr-FR" sz="3200" spc="-1" strike="noStrike">
              <a:latin typeface="Arial"/>
            </a:endParaRPr>
          </a:p>
        </p:txBody>
      </p:sp>
      <p:sp>
        <p:nvSpPr>
          <p:cNvPr id="74" name="PlaceHolder 5"/>
          <p:cNvSpPr>
            <a:spLocks noGrp="1"/>
          </p:cNvSpPr>
          <p:nvPr>
            <p:ph/>
          </p:nvPr>
        </p:nvSpPr>
        <p:spPr>
          <a:xfrm>
            <a:off x="6231960" y="3682080"/>
            <a:ext cx="5354280" cy="1896840"/>
          </a:xfrm>
          <a:prstGeom prst="rect">
            <a:avLst/>
          </a:prstGeom>
          <a:noFill/>
          <a:ln w="0">
            <a:noFill/>
          </a:ln>
        </p:spPr>
        <p:txBody>
          <a:bodyPr lIns="0" rIns="0" tIns="0" bIns="0" anchor="t">
            <a:normAutofit/>
          </a:bodyPr>
          <a:p>
            <a:endParaRPr b="0" lang="fr-FR" sz="3200" spc="-1" strike="noStrike">
              <a:latin typeface="Arial"/>
            </a:endParaRPr>
          </a:p>
        </p:txBody>
      </p:sp>
      <p:sp>
        <p:nvSpPr>
          <p:cNvPr id="7" name="PlaceHolder 6"/>
          <p:cNvSpPr>
            <a:spLocks noGrp="1"/>
          </p:cNvSpPr>
          <p:nvPr>
            <p:ph type="sldNum" idx="1"/>
          </p:nvPr>
        </p:nvSpPr>
        <p:spPr/>
        <p:txBody>
          <a:bodyPr/>
          <a:p>
            <a:fld id="{3B49802A-A996-45F7-A3F7-318D23A87144}" type="slidenum">
              <a:t>&lt;#&gt;</a:t>
            </a:fld>
          </a:p>
        </p:txBody>
      </p:sp>
    </p:spTree>
  </p:cSld>
</p:sldLayout>
</file>

<file path=ppt/slideLayouts/slideLayout2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75"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fr-FR" sz="4400" spc="-1" strike="noStrike">
              <a:latin typeface="Arial"/>
            </a:endParaRPr>
          </a:p>
        </p:txBody>
      </p:sp>
      <p:sp>
        <p:nvSpPr>
          <p:cNvPr id="76" name="PlaceHolder 2"/>
          <p:cNvSpPr>
            <a:spLocks noGrp="1"/>
          </p:cNvSpPr>
          <p:nvPr>
            <p:ph/>
          </p:nvPr>
        </p:nvSpPr>
        <p:spPr>
          <a:xfrm>
            <a:off x="609480" y="1604520"/>
            <a:ext cx="3533040" cy="1896840"/>
          </a:xfrm>
          <a:prstGeom prst="rect">
            <a:avLst/>
          </a:prstGeom>
          <a:noFill/>
          <a:ln w="0">
            <a:noFill/>
          </a:ln>
        </p:spPr>
        <p:txBody>
          <a:bodyPr lIns="0" rIns="0" tIns="0" bIns="0" anchor="t">
            <a:normAutofit/>
          </a:bodyPr>
          <a:p>
            <a:endParaRPr b="0" lang="fr-FR" sz="3200" spc="-1" strike="noStrike">
              <a:latin typeface="Arial"/>
            </a:endParaRPr>
          </a:p>
        </p:txBody>
      </p:sp>
      <p:sp>
        <p:nvSpPr>
          <p:cNvPr id="77" name="PlaceHolder 3"/>
          <p:cNvSpPr>
            <a:spLocks noGrp="1"/>
          </p:cNvSpPr>
          <p:nvPr>
            <p:ph/>
          </p:nvPr>
        </p:nvSpPr>
        <p:spPr>
          <a:xfrm>
            <a:off x="4319640" y="1604520"/>
            <a:ext cx="3533040" cy="1896840"/>
          </a:xfrm>
          <a:prstGeom prst="rect">
            <a:avLst/>
          </a:prstGeom>
          <a:noFill/>
          <a:ln w="0">
            <a:noFill/>
          </a:ln>
        </p:spPr>
        <p:txBody>
          <a:bodyPr lIns="0" rIns="0" tIns="0" bIns="0" anchor="t">
            <a:normAutofit/>
          </a:bodyPr>
          <a:p>
            <a:endParaRPr b="0" lang="fr-FR" sz="3200" spc="-1" strike="noStrike">
              <a:latin typeface="Arial"/>
            </a:endParaRPr>
          </a:p>
        </p:txBody>
      </p:sp>
      <p:sp>
        <p:nvSpPr>
          <p:cNvPr id="78" name="PlaceHolder 4"/>
          <p:cNvSpPr>
            <a:spLocks noGrp="1"/>
          </p:cNvSpPr>
          <p:nvPr>
            <p:ph/>
          </p:nvPr>
        </p:nvSpPr>
        <p:spPr>
          <a:xfrm>
            <a:off x="8029800" y="1604520"/>
            <a:ext cx="3533040" cy="1896840"/>
          </a:xfrm>
          <a:prstGeom prst="rect">
            <a:avLst/>
          </a:prstGeom>
          <a:noFill/>
          <a:ln w="0">
            <a:noFill/>
          </a:ln>
        </p:spPr>
        <p:txBody>
          <a:bodyPr lIns="0" rIns="0" tIns="0" bIns="0" anchor="t">
            <a:normAutofit/>
          </a:bodyPr>
          <a:p>
            <a:endParaRPr b="0" lang="fr-FR" sz="3200" spc="-1" strike="noStrike">
              <a:latin typeface="Arial"/>
            </a:endParaRPr>
          </a:p>
        </p:txBody>
      </p:sp>
      <p:sp>
        <p:nvSpPr>
          <p:cNvPr id="79" name="PlaceHolder 5"/>
          <p:cNvSpPr>
            <a:spLocks noGrp="1"/>
          </p:cNvSpPr>
          <p:nvPr>
            <p:ph/>
          </p:nvPr>
        </p:nvSpPr>
        <p:spPr>
          <a:xfrm>
            <a:off x="609480" y="3682080"/>
            <a:ext cx="3533040" cy="1896840"/>
          </a:xfrm>
          <a:prstGeom prst="rect">
            <a:avLst/>
          </a:prstGeom>
          <a:noFill/>
          <a:ln w="0">
            <a:noFill/>
          </a:ln>
        </p:spPr>
        <p:txBody>
          <a:bodyPr lIns="0" rIns="0" tIns="0" bIns="0" anchor="t">
            <a:normAutofit/>
          </a:bodyPr>
          <a:p>
            <a:endParaRPr b="0" lang="fr-FR" sz="3200" spc="-1" strike="noStrike">
              <a:latin typeface="Arial"/>
            </a:endParaRPr>
          </a:p>
        </p:txBody>
      </p:sp>
      <p:sp>
        <p:nvSpPr>
          <p:cNvPr id="80" name="PlaceHolder 6"/>
          <p:cNvSpPr>
            <a:spLocks noGrp="1"/>
          </p:cNvSpPr>
          <p:nvPr>
            <p:ph/>
          </p:nvPr>
        </p:nvSpPr>
        <p:spPr>
          <a:xfrm>
            <a:off x="4319640" y="3682080"/>
            <a:ext cx="3533040" cy="1896840"/>
          </a:xfrm>
          <a:prstGeom prst="rect">
            <a:avLst/>
          </a:prstGeom>
          <a:noFill/>
          <a:ln w="0">
            <a:noFill/>
          </a:ln>
        </p:spPr>
        <p:txBody>
          <a:bodyPr lIns="0" rIns="0" tIns="0" bIns="0" anchor="t">
            <a:normAutofit/>
          </a:bodyPr>
          <a:p>
            <a:endParaRPr b="0" lang="fr-FR" sz="3200" spc="-1" strike="noStrike">
              <a:latin typeface="Arial"/>
            </a:endParaRPr>
          </a:p>
        </p:txBody>
      </p:sp>
      <p:sp>
        <p:nvSpPr>
          <p:cNvPr id="81" name="PlaceHolder 7"/>
          <p:cNvSpPr>
            <a:spLocks noGrp="1"/>
          </p:cNvSpPr>
          <p:nvPr>
            <p:ph/>
          </p:nvPr>
        </p:nvSpPr>
        <p:spPr>
          <a:xfrm>
            <a:off x="8029800" y="3682080"/>
            <a:ext cx="3533040" cy="1896840"/>
          </a:xfrm>
          <a:prstGeom prst="rect">
            <a:avLst/>
          </a:prstGeom>
          <a:noFill/>
          <a:ln w="0">
            <a:noFill/>
          </a:ln>
        </p:spPr>
        <p:txBody>
          <a:bodyPr lIns="0" rIns="0" tIns="0" bIns="0" anchor="t">
            <a:normAutofit/>
          </a:bodyPr>
          <a:p>
            <a:endParaRPr b="0" lang="fr-FR" sz="3200" spc="-1" strike="noStrike">
              <a:latin typeface="Arial"/>
            </a:endParaRPr>
          </a:p>
        </p:txBody>
      </p:sp>
      <p:sp>
        <p:nvSpPr>
          <p:cNvPr id="9" name="PlaceHolder 8"/>
          <p:cNvSpPr>
            <a:spLocks noGrp="1"/>
          </p:cNvSpPr>
          <p:nvPr>
            <p:ph type="sldNum" idx="1"/>
          </p:nvPr>
        </p:nvSpPr>
        <p:spPr/>
        <p:txBody>
          <a:bodyPr/>
          <a:p>
            <a:fld id="{668AE4E5-3626-4432-A5DE-578D6BBA380F}" type="slidenum">
              <a:t>&lt;#&gt;</a:t>
            </a:fld>
          </a:p>
        </p:txBody>
      </p:sp>
    </p:spTree>
  </p:cSld>
</p:sldLayout>
</file>

<file path=ppt/slideLayouts/slideLayout2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sldNum" idx="2"/>
          </p:nvPr>
        </p:nvSpPr>
        <p:spPr/>
        <p:txBody>
          <a:bodyPr/>
          <a:p>
            <a:fld id="{7B7EEA88-26A6-42E3-940E-F0332895F0DB}" type="slidenum">
              <a:t>&lt;#&gt;</a:t>
            </a:fld>
          </a:p>
        </p:txBody>
      </p:sp>
    </p:spTree>
  </p:cSld>
</p:sldLayout>
</file>

<file path=ppt/slideLayouts/slideLayout2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89"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fr-FR" sz="4400" spc="-1" strike="noStrike">
              <a:latin typeface="Arial"/>
            </a:endParaRPr>
          </a:p>
        </p:txBody>
      </p:sp>
      <p:sp>
        <p:nvSpPr>
          <p:cNvPr id="90" name="PlaceHolder 2"/>
          <p:cNvSpPr>
            <a:spLocks noGrp="1"/>
          </p:cNvSpPr>
          <p:nvPr>
            <p:ph type="subTitle"/>
          </p:nvPr>
        </p:nvSpPr>
        <p:spPr>
          <a:xfrm>
            <a:off x="609480" y="1604520"/>
            <a:ext cx="10972440" cy="3977280"/>
          </a:xfrm>
          <a:prstGeom prst="rect">
            <a:avLst/>
          </a:prstGeom>
          <a:noFill/>
          <a:ln w="0">
            <a:noFill/>
          </a:ln>
        </p:spPr>
        <p:txBody>
          <a:bodyPr lIns="0" rIns="0" tIns="0" bIns="0" anchor="ctr">
            <a:noAutofit/>
          </a:bodyPr>
          <a:p>
            <a:pPr algn="ctr">
              <a:buNone/>
            </a:pPr>
            <a:endParaRPr b="0" lang="fr-FR" sz="3200" spc="-1" strike="noStrike">
              <a:latin typeface="Arial"/>
            </a:endParaRPr>
          </a:p>
        </p:txBody>
      </p:sp>
      <p:sp>
        <p:nvSpPr>
          <p:cNvPr id="4" name="PlaceHolder 3"/>
          <p:cNvSpPr>
            <a:spLocks noGrp="1"/>
          </p:cNvSpPr>
          <p:nvPr>
            <p:ph type="sldNum" idx="2"/>
          </p:nvPr>
        </p:nvSpPr>
        <p:spPr/>
        <p:txBody>
          <a:bodyPr/>
          <a:p>
            <a:fld id="{EA9A671C-D6B5-4444-951C-6546B8D0D61E}" type="slidenum">
              <a:t>&lt;#&gt;</a:t>
            </a:fld>
          </a:p>
        </p:txBody>
      </p:sp>
    </p:spTree>
  </p:cSld>
</p:sldLayout>
</file>

<file path=ppt/slideLayouts/slideLayout2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91"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fr-FR" sz="4400" spc="-1" strike="noStrike">
              <a:latin typeface="Arial"/>
            </a:endParaRPr>
          </a:p>
        </p:txBody>
      </p:sp>
      <p:sp>
        <p:nvSpPr>
          <p:cNvPr id="92" name="PlaceHolder 2"/>
          <p:cNvSpPr>
            <a:spLocks noGrp="1"/>
          </p:cNvSpPr>
          <p:nvPr>
            <p:ph/>
          </p:nvPr>
        </p:nvSpPr>
        <p:spPr>
          <a:xfrm>
            <a:off x="609480" y="1604520"/>
            <a:ext cx="10972440" cy="3977280"/>
          </a:xfrm>
          <a:prstGeom prst="rect">
            <a:avLst/>
          </a:prstGeom>
          <a:noFill/>
          <a:ln w="0">
            <a:noFill/>
          </a:ln>
        </p:spPr>
        <p:txBody>
          <a:bodyPr lIns="0" rIns="0" tIns="0" bIns="0" anchor="t">
            <a:normAutofit/>
          </a:bodyPr>
          <a:p>
            <a:endParaRPr b="0" lang="fr-FR" sz="3200" spc="-1" strike="noStrike">
              <a:latin typeface="Arial"/>
            </a:endParaRPr>
          </a:p>
        </p:txBody>
      </p:sp>
      <p:sp>
        <p:nvSpPr>
          <p:cNvPr id="4" name="PlaceHolder 3"/>
          <p:cNvSpPr>
            <a:spLocks noGrp="1"/>
          </p:cNvSpPr>
          <p:nvPr>
            <p:ph type="sldNum" idx="2"/>
          </p:nvPr>
        </p:nvSpPr>
        <p:spPr/>
        <p:txBody>
          <a:bodyPr/>
          <a:p>
            <a:fld id="{6ECC53CE-9A3B-4B71-93B6-56916FA8C909}" type="slidenum">
              <a:t>&lt;#&gt;</a:t>
            </a:fld>
          </a:p>
        </p:txBody>
      </p:sp>
    </p:spTree>
  </p:cSld>
</p:sldLayout>
</file>

<file path=ppt/slideLayouts/slideLayout2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93"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fr-FR" sz="4400" spc="-1" strike="noStrike">
              <a:latin typeface="Arial"/>
            </a:endParaRPr>
          </a:p>
        </p:txBody>
      </p:sp>
      <p:sp>
        <p:nvSpPr>
          <p:cNvPr id="94"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endParaRPr b="0" lang="fr-FR" sz="3200" spc="-1" strike="noStrike">
              <a:latin typeface="Arial"/>
            </a:endParaRPr>
          </a:p>
        </p:txBody>
      </p:sp>
      <p:sp>
        <p:nvSpPr>
          <p:cNvPr id="95"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endParaRPr b="0" lang="fr-FR" sz="3200" spc="-1" strike="noStrike">
              <a:latin typeface="Arial"/>
            </a:endParaRPr>
          </a:p>
        </p:txBody>
      </p:sp>
      <p:sp>
        <p:nvSpPr>
          <p:cNvPr id="5" name="PlaceHolder 4"/>
          <p:cNvSpPr>
            <a:spLocks noGrp="1"/>
          </p:cNvSpPr>
          <p:nvPr>
            <p:ph type="sldNum" idx="2"/>
          </p:nvPr>
        </p:nvSpPr>
        <p:spPr/>
        <p:txBody>
          <a:bodyPr/>
          <a:p>
            <a:fld id="{B94BA963-97F2-4E10-836F-28C701C6B8CA}" type="slidenum">
              <a:t>&lt;#&gt;</a:t>
            </a:fld>
          </a:p>
        </p:txBody>
      </p:sp>
    </p:spTree>
  </p:cSld>
</p:sldLayout>
</file>

<file path=ppt/slideLayouts/slideLayout2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96"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fr-FR" sz="4400" spc="-1" strike="noStrike">
              <a:latin typeface="Arial"/>
            </a:endParaRPr>
          </a:p>
        </p:txBody>
      </p:sp>
      <p:sp>
        <p:nvSpPr>
          <p:cNvPr id="3" name="PlaceHolder 2"/>
          <p:cNvSpPr>
            <a:spLocks noGrp="1"/>
          </p:cNvSpPr>
          <p:nvPr>
            <p:ph type="sldNum" idx="2"/>
          </p:nvPr>
        </p:nvSpPr>
        <p:spPr/>
        <p:txBody>
          <a:bodyPr/>
          <a:p>
            <a:fld id="{72F71F32-EDEE-4652-BC51-42CDC8DA6178}" type="slidenum">
              <a:t>&lt;#&gt;</a:t>
            </a:fld>
          </a:p>
        </p:txBody>
      </p:sp>
    </p:spTree>
  </p:cSld>
</p:sldLayout>
</file>

<file path=ppt/slideLayouts/slideLayout3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97" name="PlaceHolder 1"/>
          <p:cNvSpPr>
            <a:spLocks noGrp="1"/>
          </p:cNvSpPr>
          <p:nvPr>
            <p:ph type="subTitle"/>
          </p:nvPr>
        </p:nvSpPr>
        <p:spPr>
          <a:xfrm>
            <a:off x="609480" y="273600"/>
            <a:ext cx="10972440" cy="5307840"/>
          </a:xfrm>
          <a:prstGeom prst="rect">
            <a:avLst/>
          </a:prstGeom>
          <a:noFill/>
          <a:ln w="0">
            <a:noFill/>
          </a:ln>
        </p:spPr>
        <p:txBody>
          <a:bodyPr lIns="0" rIns="0" tIns="0" bIns="0" anchor="ctr">
            <a:noAutofit/>
          </a:bodyPr>
          <a:p>
            <a:pPr algn="ctr">
              <a:buNone/>
            </a:pPr>
            <a:endParaRPr b="0" lang="fr-FR" sz="3200" spc="-1" strike="noStrike">
              <a:latin typeface="Arial"/>
            </a:endParaRPr>
          </a:p>
        </p:txBody>
      </p:sp>
      <p:sp>
        <p:nvSpPr>
          <p:cNvPr id="3" name="PlaceHolder 2"/>
          <p:cNvSpPr>
            <a:spLocks noGrp="1"/>
          </p:cNvSpPr>
          <p:nvPr>
            <p:ph type="sldNum" idx="2"/>
          </p:nvPr>
        </p:nvSpPr>
        <p:spPr/>
        <p:txBody>
          <a:bodyPr/>
          <a:p>
            <a:fld id="{BB5606E4-17AA-433C-B051-6806D2E977AF}" type="slidenum">
              <a:t>&lt;#&gt;</a:t>
            </a:fld>
          </a:p>
        </p:txBody>
      </p:sp>
    </p:spTree>
  </p:cSld>
</p:sldLayout>
</file>

<file path=ppt/slideLayouts/slideLayout3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98"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fr-FR" sz="4400" spc="-1" strike="noStrike">
              <a:latin typeface="Arial"/>
            </a:endParaRPr>
          </a:p>
        </p:txBody>
      </p:sp>
      <p:sp>
        <p:nvSpPr>
          <p:cNvPr id="99"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fr-FR" sz="3200" spc="-1" strike="noStrike">
              <a:latin typeface="Arial"/>
            </a:endParaRPr>
          </a:p>
        </p:txBody>
      </p:sp>
      <p:sp>
        <p:nvSpPr>
          <p:cNvPr id="100"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endParaRPr b="0" lang="fr-FR" sz="3200" spc="-1" strike="noStrike">
              <a:latin typeface="Arial"/>
            </a:endParaRPr>
          </a:p>
        </p:txBody>
      </p:sp>
      <p:sp>
        <p:nvSpPr>
          <p:cNvPr id="101"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endParaRPr b="0" lang="fr-FR" sz="3200" spc="-1" strike="noStrike">
              <a:latin typeface="Arial"/>
            </a:endParaRPr>
          </a:p>
        </p:txBody>
      </p:sp>
      <p:sp>
        <p:nvSpPr>
          <p:cNvPr id="6" name="PlaceHolder 5"/>
          <p:cNvSpPr>
            <a:spLocks noGrp="1"/>
          </p:cNvSpPr>
          <p:nvPr>
            <p:ph type="sldNum" idx="2"/>
          </p:nvPr>
        </p:nvSpPr>
        <p:spPr/>
        <p:txBody>
          <a:bodyPr/>
          <a:p>
            <a:fld id="{E480882F-E51E-4F31-A55D-8063D6C2D396}" type="slidenum">
              <a:t>&lt;#&gt;</a:t>
            </a:fld>
          </a:p>
        </p:txBody>
      </p:sp>
    </p:spTree>
  </p:cSld>
</p:sldLayout>
</file>

<file path=ppt/slideLayouts/slideLayout3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02"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fr-FR" sz="4400" spc="-1" strike="noStrike">
              <a:latin typeface="Arial"/>
            </a:endParaRPr>
          </a:p>
        </p:txBody>
      </p:sp>
      <p:sp>
        <p:nvSpPr>
          <p:cNvPr id="103"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endParaRPr b="0" lang="fr-FR" sz="3200" spc="-1" strike="noStrike">
              <a:latin typeface="Arial"/>
            </a:endParaRPr>
          </a:p>
        </p:txBody>
      </p:sp>
      <p:sp>
        <p:nvSpPr>
          <p:cNvPr id="104"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fr-FR" sz="3200" spc="-1" strike="noStrike">
              <a:latin typeface="Arial"/>
            </a:endParaRPr>
          </a:p>
        </p:txBody>
      </p:sp>
      <p:sp>
        <p:nvSpPr>
          <p:cNvPr id="105" name="PlaceHolder 4"/>
          <p:cNvSpPr>
            <a:spLocks noGrp="1"/>
          </p:cNvSpPr>
          <p:nvPr>
            <p:ph/>
          </p:nvPr>
        </p:nvSpPr>
        <p:spPr>
          <a:xfrm>
            <a:off x="6231960" y="3682080"/>
            <a:ext cx="5354280" cy="1896840"/>
          </a:xfrm>
          <a:prstGeom prst="rect">
            <a:avLst/>
          </a:prstGeom>
          <a:noFill/>
          <a:ln w="0">
            <a:noFill/>
          </a:ln>
        </p:spPr>
        <p:txBody>
          <a:bodyPr lIns="0" rIns="0" tIns="0" bIns="0" anchor="t">
            <a:normAutofit/>
          </a:bodyPr>
          <a:p>
            <a:endParaRPr b="0" lang="fr-FR" sz="3200" spc="-1" strike="noStrike">
              <a:latin typeface="Arial"/>
            </a:endParaRPr>
          </a:p>
        </p:txBody>
      </p:sp>
      <p:sp>
        <p:nvSpPr>
          <p:cNvPr id="6" name="PlaceHolder 5"/>
          <p:cNvSpPr>
            <a:spLocks noGrp="1"/>
          </p:cNvSpPr>
          <p:nvPr>
            <p:ph type="sldNum" idx="2"/>
          </p:nvPr>
        </p:nvSpPr>
        <p:spPr/>
        <p:txBody>
          <a:bodyPr/>
          <a:p>
            <a:fld id="{FDB942F3-0A5D-4C98-94FF-8A902174900F}" type="slidenum">
              <a:t>&lt;#&gt;</a:t>
            </a:fld>
          </a:p>
        </p:txBody>
      </p:sp>
    </p:spTree>
  </p:cSld>
</p:sldLayout>
</file>

<file path=ppt/slideLayouts/slideLayout3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106"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fr-FR" sz="4400" spc="-1" strike="noStrike">
              <a:latin typeface="Arial"/>
            </a:endParaRPr>
          </a:p>
        </p:txBody>
      </p:sp>
      <p:sp>
        <p:nvSpPr>
          <p:cNvPr id="107"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fr-FR" sz="3200" spc="-1" strike="noStrike">
              <a:latin typeface="Arial"/>
            </a:endParaRPr>
          </a:p>
        </p:txBody>
      </p:sp>
      <p:sp>
        <p:nvSpPr>
          <p:cNvPr id="108"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fr-FR" sz="3200" spc="-1" strike="noStrike">
              <a:latin typeface="Arial"/>
            </a:endParaRPr>
          </a:p>
        </p:txBody>
      </p:sp>
      <p:sp>
        <p:nvSpPr>
          <p:cNvPr id="109" name="PlaceHolder 4"/>
          <p:cNvSpPr>
            <a:spLocks noGrp="1"/>
          </p:cNvSpPr>
          <p:nvPr>
            <p:ph/>
          </p:nvPr>
        </p:nvSpPr>
        <p:spPr>
          <a:xfrm>
            <a:off x="609480" y="3682080"/>
            <a:ext cx="10972440" cy="1896840"/>
          </a:xfrm>
          <a:prstGeom prst="rect">
            <a:avLst/>
          </a:prstGeom>
          <a:noFill/>
          <a:ln w="0">
            <a:noFill/>
          </a:ln>
        </p:spPr>
        <p:txBody>
          <a:bodyPr lIns="0" rIns="0" tIns="0" bIns="0" anchor="t">
            <a:normAutofit/>
          </a:bodyPr>
          <a:p>
            <a:endParaRPr b="0" lang="fr-FR" sz="3200" spc="-1" strike="noStrike">
              <a:latin typeface="Arial"/>
            </a:endParaRPr>
          </a:p>
        </p:txBody>
      </p:sp>
      <p:sp>
        <p:nvSpPr>
          <p:cNvPr id="6" name="PlaceHolder 5"/>
          <p:cNvSpPr>
            <a:spLocks noGrp="1"/>
          </p:cNvSpPr>
          <p:nvPr>
            <p:ph type="sldNum" idx="2"/>
          </p:nvPr>
        </p:nvSpPr>
        <p:spPr/>
        <p:txBody>
          <a:bodyPr/>
          <a:p>
            <a:fld id="{A1E251AC-A1ED-4DF3-A65A-A525D293A00D}" type="slidenum">
              <a:t>&lt;#&gt;</a:t>
            </a:fld>
          </a:p>
        </p:txBody>
      </p:sp>
    </p:spTree>
  </p:cSld>
</p:sldLayout>
</file>

<file path=ppt/slideLayouts/slideLayout3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110"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fr-FR" sz="4400" spc="-1" strike="noStrike">
              <a:latin typeface="Arial"/>
            </a:endParaRPr>
          </a:p>
        </p:txBody>
      </p:sp>
      <p:sp>
        <p:nvSpPr>
          <p:cNvPr id="111" name="PlaceHolder 2"/>
          <p:cNvSpPr>
            <a:spLocks noGrp="1"/>
          </p:cNvSpPr>
          <p:nvPr>
            <p:ph/>
          </p:nvPr>
        </p:nvSpPr>
        <p:spPr>
          <a:xfrm>
            <a:off x="609480" y="1604520"/>
            <a:ext cx="10972440" cy="1896840"/>
          </a:xfrm>
          <a:prstGeom prst="rect">
            <a:avLst/>
          </a:prstGeom>
          <a:noFill/>
          <a:ln w="0">
            <a:noFill/>
          </a:ln>
        </p:spPr>
        <p:txBody>
          <a:bodyPr lIns="0" rIns="0" tIns="0" bIns="0" anchor="t">
            <a:normAutofit/>
          </a:bodyPr>
          <a:p>
            <a:endParaRPr b="0" lang="fr-FR" sz="3200" spc="-1" strike="noStrike">
              <a:latin typeface="Arial"/>
            </a:endParaRPr>
          </a:p>
        </p:txBody>
      </p:sp>
      <p:sp>
        <p:nvSpPr>
          <p:cNvPr id="112" name="PlaceHolder 3"/>
          <p:cNvSpPr>
            <a:spLocks noGrp="1"/>
          </p:cNvSpPr>
          <p:nvPr>
            <p:ph/>
          </p:nvPr>
        </p:nvSpPr>
        <p:spPr>
          <a:xfrm>
            <a:off x="609480" y="3682080"/>
            <a:ext cx="10972440" cy="1896840"/>
          </a:xfrm>
          <a:prstGeom prst="rect">
            <a:avLst/>
          </a:prstGeom>
          <a:noFill/>
          <a:ln w="0">
            <a:noFill/>
          </a:ln>
        </p:spPr>
        <p:txBody>
          <a:bodyPr lIns="0" rIns="0" tIns="0" bIns="0" anchor="t">
            <a:normAutofit/>
          </a:bodyPr>
          <a:p>
            <a:endParaRPr b="0" lang="fr-FR" sz="3200" spc="-1" strike="noStrike">
              <a:latin typeface="Arial"/>
            </a:endParaRPr>
          </a:p>
        </p:txBody>
      </p:sp>
      <p:sp>
        <p:nvSpPr>
          <p:cNvPr id="5" name="PlaceHolder 4"/>
          <p:cNvSpPr>
            <a:spLocks noGrp="1"/>
          </p:cNvSpPr>
          <p:nvPr>
            <p:ph type="sldNum" idx="2"/>
          </p:nvPr>
        </p:nvSpPr>
        <p:spPr/>
        <p:txBody>
          <a:bodyPr/>
          <a:p>
            <a:fld id="{AD141CF9-9C33-40BF-AD55-138EE1E7096F}" type="slidenum">
              <a:t>&lt;#&gt;</a:t>
            </a:fld>
          </a:p>
        </p:txBody>
      </p:sp>
    </p:spTree>
  </p:cSld>
</p:sldLayout>
</file>

<file path=ppt/slideLayouts/slideLayout3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113"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fr-FR" sz="4400" spc="-1" strike="noStrike">
              <a:latin typeface="Arial"/>
            </a:endParaRPr>
          </a:p>
        </p:txBody>
      </p:sp>
      <p:sp>
        <p:nvSpPr>
          <p:cNvPr id="114"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fr-FR" sz="3200" spc="-1" strike="noStrike">
              <a:latin typeface="Arial"/>
            </a:endParaRPr>
          </a:p>
        </p:txBody>
      </p:sp>
      <p:sp>
        <p:nvSpPr>
          <p:cNvPr id="115"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fr-FR" sz="3200" spc="-1" strike="noStrike">
              <a:latin typeface="Arial"/>
            </a:endParaRPr>
          </a:p>
        </p:txBody>
      </p:sp>
      <p:sp>
        <p:nvSpPr>
          <p:cNvPr id="116"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endParaRPr b="0" lang="fr-FR" sz="3200" spc="-1" strike="noStrike">
              <a:latin typeface="Arial"/>
            </a:endParaRPr>
          </a:p>
        </p:txBody>
      </p:sp>
      <p:sp>
        <p:nvSpPr>
          <p:cNvPr id="117" name="PlaceHolder 5"/>
          <p:cNvSpPr>
            <a:spLocks noGrp="1"/>
          </p:cNvSpPr>
          <p:nvPr>
            <p:ph/>
          </p:nvPr>
        </p:nvSpPr>
        <p:spPr>
          <a:xfrm>
            <a:off x="6231960" y="3682080"/>
            <a:ext cx="5354280" cy="1896840"/>
          </a:xfrm>
          <a:prstGeom prst="rect">
            <a:avLst/>
          </a:prstGeom>
          <a:noFill/>
          <a:ln w="0">
            <a:noFill/>
          </a:ln>
        </p:spPr>
        <p:txBody>
          <a:bodyPr lIns="0" rIns="0" tIns="0" bIns="0" anchor="t">
            <a:normAutofit/>
          </a:bodyPr>
          <a:p>
            <a:endParaRPr b="0" lang="fr-FR" sz="3200" spc="-1" strike="noStrike">
              <a:latin typeface="Arial"/>
            </a:endParaRPr>
          </a:p>
        </p:txBody>
      </p:sp>
      <p:sp>
        <p:nvSpPr>
          <p:cNvPr id="7" name="PlaceHolder 6"/>
          <p:cNvSpPr>
            <a:spLocks noGrp="1"/>
          </p:cNvSpPr>
          <p:nvPr>
            <p:ph type="sldNum" idx="2"/>
          </p:nvPr>
        </p:nvSpPr>
        <p:spPr/>
        <p:txBody>
          <a:bodyPr/>
          <a:p>
            <a:fld id="{7DED5B93-6098-48E0-95A4-C16589818086}" type="slidenum">
              <a:t>&lt;#&gt;</a:t>
            </a:fld>
          </a:p>
        </p:txBody>
      </p:sp>
    </p:spTree>
  </p:cSld>
</p:sldLayout>
</file>

<file path=ppt/slideLayouts/slideLayout3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118"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fr-FR" sz="4400" spc="-1" strike="noStrike">
              <a:latin typeface="Arial"/>
            </a:endParaRPr>
          </a:p>
        </p:txBody>
      </p:sp>
      <p:sp>
        <p:nvSpPr>
          <p:cNvPr id="119" name="PlaceHolder 2"/>
          <p:cNvSpPr>
            <a:spLocks noGrp="1"/>
          </p:cNvSpPr>
          <p:nvPr>
            <p:ph/>
          </p:nvPr>
        </p:nvSpPr>
        <p:spPr>
          <a:xfrm>
            <a:off x="609480" y="1604520"/>
            <a:ext cx="3533040" cy="1896840"/>
          </a:xfrm>
          <a:prstGeom prst="rect">
            <a:avLst/>
          </a:prstGeom>
          <a:noFill/>
          <a:ln w="0">
            <a:noFill/>
          </a:ln>
        </p:spPr>
        <p:txBody>
          <a:bodyPr lIns="0" rIns="0" tIns="0" bIns="0" anchor="t">
            <a:normAutofit/>
          </a:bodyPr>
          <a:p>
            <a:endParaRPr b="0" lang="fr-FR" sz="3200" spc="-1" strike="noStrike">
              <a:latin typeface="Arial"/>
            </a:endParaRPr>
          </a:p>
        </p:txBody>
      </p:sp>
      <p:sp>
        <p:nvSpPr>
          <p:cNvPr id="120" name="PlaceHolder 3"/>
          <p:cNvSpPr>
            <a:spLocks noGrp="1"/>
          </p:cNvSpPr>
          <p:nvPr>
            <p:ph/>
          </p:nvPr>
        </p:nvSpPr>
        <p:spPr>
          <a:xfrm>
            <a:off x="4319640" y="1604520"/>
            <a:ext cx="3533040" cy="1896840"/>
          </a:xfrm>
          <a:prstGeom prst="rect">
            <a:avLst/>
          </a:prstGeom>
          <a:noFill/>
          <a:ln w="0">
            <a:noFill/>
          </a:ln>
        </p:spPr>
        <p:txBody>
          <a:bodyPr lIns="0" rIns="0" tIns="0" bIns="0" anchor="t">
            <a:normAutofit/>
          </a:bodyPr>
          <a:p>
            <a:endParaRPr b="0" lang="fr-FR" sz="3200" spc="-1" strike="noStrike">
              <a:latin typeface="Arial"/>
            </a:endParaRPr>
          </a:p>
        </p:txBody>
      </p:sp>
      <p:sp>
        <p:nvSpPr>
          <p:cNvPr id="121" name="PlaceHolder 4"/>
          <p:cNvSpPr>
            <a:spLocks noGrp="1"/>
          </p:cNvSpPr>
          <p:nvPr>
            <p:ph/>
          </p:nvPr>
        </p:nvSpPr>
        <p:spPr>
          <a:xfrm>
            <a:off x="8029800" y="1604520"/>
            <a:ext cx="3533040" cy="1896840"/>
          </a:xfrm>
          <a:prstGeom prst="rect">
            <a:avLst/>
          </a:prstGeom>
          <a:noFill/>
          <a:ln w="0">
            <a:noFill/>
          </a:ln>
        </p:spPr>
        <p:txBody>
          <a:bodyPr lIns="0" rIns="0" tIns="0" bIns="0" anchor="t">
            <a:normAutofit/>
          </a:bodyPr>
          <a:p>
            <a:endParaRPr b="0" lang="fr-FR" sz="3200" spc="-1" strike="noStrike">
              <a:latin typeface="Arial"/>
            </a:endParaRPr>
          </a:p>
        </p:txBody>
      </p:sp>
      <p:sp>
        <p:nvSpPr>
          <p:cNvPr id="122" name="PlaceHolder 5"/>
          <p:cNvSpPr>
            <a:spLocks noGrp="1"/>
          </p:cNvSpPr>
          <p:nvPr>
            <p:ph/>
          </p:nvPr>
        </p:nvSpPr>
        <p:spPr>
          <a:xfrm>
            <a:off x="609480" y="3682080"/>
            <a:ext cx="3533040" cy="1896840"/>
          </a:xfrm>
          <a:prstGeom prst="rect">
            <a:avLst/>
          </a:prstGeom>
          <a:noFill/>
          <a:ln w="0">
            <a:noFill/>
          </a:ln>
        </p:spPr>
        <p:txBody>
          <a:bodyPr lIns="0" rIns="0" tIns="0" bIns="0" anchor="t">
            <a:normAutofit/>
          </a:bodyPr>
          <a:p>
            <a:endParaRPr b="0" lang="fr-FR" sz="3200" spc="-1" strike="noStrike">
              <a:latin typeface="Arial"/>
            </a:endParaRPr>
          </a:p>
        </p:txBody>
      </p:sp>
      <p:sp>
        <p:nvSpPr>
          <p:cNvPr id="123" name="PlaceHolder 6"/>
          <p:cNvSpPr>
            <a:spLocks noGrp="1"/>
          </p:cNvSpPr>
          <p:nvPr>
            <p:ph/>
          </p:nvPr>
        </p:nvSpPr>
        <p:spPr>
          <a:xfrm>
            <a:off x="4319640" y="3682080"/>
            <a:ext cx="3533040" cy="1896840"/>
          </a:xfrm>
          <a:prstGeom prst="rect">
            <a:avLst/>
          </a:prstGeom>
          <a:noFill/>
          <a:ln w="0">
            <a:noFill/>
          </a:ln>
        </p:spPr>
        <p:txBody>
          <a:bodyPr lIns="0" rIns="0" tIns="0" bIns="0" anchor="t">
            <a:normAutofit/>
          </a:bodyPr>
          <a:p>
            <a:endParaRPr b="0" lang="fr-FR" sz="3200" spc="-1" strike="noStrike">
              <a:latin typeface="Arial"/>
            </a:endParaRPr>
          </a:p>
        </p:txBody>
      </p:sp>
      <p:sp>
        <p:nvSpPr>
          <p:cNvPr id="124" name="PlaceHolder 7"/>
          <p:cNvSpPr>
            <a:spLocks noGrp="1"/>
          </p:cNvSpPr>
          <p:nvPr>
            <p:ph/>
          </p:nvPr>
        </p:nvSpPr>
        <p:spPr>
          <a:xfrm>
            <a:off x="8029800" y="3682080"/>
            <a:ext cx="3533040" cy="1896840"/>
          </a:xfrm>
          <a:prstGeom prst="rect">
            <a:avLst/>
          </a:prstGeom>
          <a:noFill/>
          <a:ln w="0">
            <a:noFill/>
          </a:ln>
        </p:spPr>
        <p:txBody>
          <a:bodyPr lIns="0" rIns="0" tIns="0" bIns="0" anchor="t">
            <a:normAutofit/>
          </a:bodyPr>
          <a:p>
            <a:endParaRPr b="0" lang="fr-FR" sz="3200" spc="-1" strike="noStrike">
              <a:latin typeface="Arial"/>
            </a:endParaRPr>
          </a:p>
        </p:txBody>
      </p:sp>
      <p:sp>
        <p:nvSpPr>
          <p:cNvPr id="9" name="PlaceHolder 8"/>
          <p:cNvSpPr>
            <a:spLocks noGrp="1"/>
          </p:cNvSpPr>
          <p:nvPr>
            <p:ph type="sldNum" idx="2"/>
          </p:nvPr>
        </p:nvSpPr>
        <p:spPr/>
        <p:txBody>
          <a:bodyPr/>
          <a:p>
            <a:fld id="{04205E05-A535-4745-BEFD-3AF39E126565}" type="slidenum">
              <a:t>&lt;#&gt;</a:t>
            </a:fld>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slideLayout" Target="../slideLayouts/slideLayout1.xml"/><Relationship Id="rId5" Type="http://schemas.openxmlformats.org/officeDocument/2006/relationships/slideLayout" Target="../slideLayouts/slideLayout2.xml"/><Relationship Id="rId6" Type="http://schemas.openxmlformats.org/officeDocument/2006/relationships/slideLayout" Target="../slideLayouts/slideLayout3.xml"/><Relationship Id="rId7" Type="http://schemas.openxmlformats.org/officeDocument/2006/relationships/slideLayout" Target="../slideLayouts/slideLayout4.xml"/><Relationship Id="rId8" Type="http://schemas.openxmlformats.org/officeDocument/2006/relationships/slideLayout" Target="../slideLayouts/slideLayout5.xml"/><Relationship Id="rId9" Type="http://schemas.openxmlformats.org/officeDocument/2006/relationships/slideLayout" Target="../slideLayouts/slideLayout6.xml"/><Relationship Id="rId10" Type="http://schemas.openxmlformats.org/officeDocument/2006/relationships/slideLayout" Target="../slideLayouts/slideLayout7.xml"/><Relationship Id="rId11" Type="http://schemas.openxmlformats.org/officeDocument/2006/relationships/slideLayout" Target="../slideLayouts/slideLayout8.xml"/><Relationship Id="rId12" Type="http://schemas.openxmlformats.org/officeDocument/2006/relationships/slideLayout" Target="../slideLayouts/slideLayout9.xml"/><Relationship Id="rId13" Type="http://schemas.openxmlformats.org/officeDocument/2006/relationships/slideLayout" Target="../slideLayouts/slideLayout10.xml"/><Relationship Id="rId14" Type="http://schemas.openxmlformats.org/officeDocument/2006/relationships/slideLayout" Target="../slideLayouts/slideLayout11.xml"/><Relationship Id="rId15" Type="http://schemas.openxmlformats.org/officeDocument/2006/relationships/slideLayout" Target="../slideLayouts/slideLayout12.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3.png"/><Relationship Id="rId3" Type="http://schemas.openxmlformats.org/officeDocument/2006/relationships/slideLayout" Target="../slideLayouts/slideLayout13.xml"/><Relationship Id="rId4" Type="http://schemas.openxmlformats.org/officeDocument/2006/relationships/slideLayout" Target="../slideLayouts/slideLayout14.xml"/><Relationship Id="rId5" Type="http://schemas.openxmlformats.org/officeDocument/2006/relationships/slideLayout" Target="../slideLayouts/slideLayout15.xml"/><Relationship Id="rId6" Type="http://schemas.openxmlformats.org/officeDocument/2006/relationships/slideLayout" Target="../slideLayouts/slideLayout16.xml"/><Relationship Id="rId7" Type="http://schemas.openxmlformats.org/officeDocument/2006/relationships/slideLayout" Target="../slideLayouts/slideLayout17.xml"/><Relationship Id="rId8" Type="http://schemas.openxmlformats.org/officeDocument/2006/relationships/slideLayout" Target="../slideLayouts/slideLayout18.xml"/><Relationship Id="rId9" Type="http://schemas.openxmlformats.org/officeDocument/2006/relationships/slideLayout" Target="../slideLayouts/slideLayout19.xml"/><Relationship Id="rId10" Type="http://schemas.openxmlformats.org/officeDocument/2006/relationships/slideLayout" Target="../slideLayouts/slideLayout20.xml"/><Relationship Id="rId11" Type="http://schemas.openxmlformats.org/officeDocument/2006/relationships/slideLayout" Target="../slideLayouts/slideLayout21.xml"/><Relationship Id="rId12" Type="http://schemas.openxmlformats.org/officeDocument/2006/relationships/slideLayout" Target="../slideLayouts/slideLayout22.xml"/><Relationship Id="rId13" Type="http://schemas.openxmlformats.org/officeDocument/2006/relationships/slideLayout" Target="../slideLayouts/slideLayout23.xml"/><Relationship Id="rId14" Type="http://schemas.openxmlformats.org/officeDocument/2006/relationships/slideLayout" Target="../slideLayouts/slideLayout24.xml"/>
</Relationships>
</file>

<file path=ppt/slideMasters/_rels/slideMaster3.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slideLayout" Target="../slideLayouts/slideLayout25.xml"/><Relationship Id="rId5" Type="http://schemas.openxmlformats.org/officeDocument/2006/relationships/slideLayout" Target="../slideLayouts/slideLayout26.xml"/><Relationship Id="rId6" Type="http://schemas.openxmlformats.org/officeDocument/2006/relationships/slideLayout" Target="../slideLayouts/slideLayout27.xml"/><Relationship Id="rId7" Type="http://schemas.openxmlformats.org/officeDocument/2006/relationships/slideLayout" Target="../slideLayouts/slideLayout28.xml"/><Relationship Id="rId8" Type="http://schemas.openxmlformats.org/officeDocument/2006/relationships/slideLayout" Target="../slideLayouts/slideLayout29.xml"/><Relationship Id="rId9" Type="http://schemas.openxmlformats.org/officeDocument/2006/relationships/slideLayout" Target="../slideLayouts/slideLayout30.xml"/><Relationship Id="rId10" Type="http://schemas.openxmlformats.org/officeDocument/2006/relationships/slideLayout" Target="../slideLayouts/slideLayout31.xml"/><Relationship Id="rId11" Type="http://schemas.openxmlformats.org/officeDocument/2006/relationships/slideLayout" Target="../slideLayouts/slideLayout32.xml"/><Relationship Id="rId12" Type="http://schemas.openxmlformats.org/officeDocument/2006/relationships/slideLayout" Target="../slideLayouts/slideLayout33.xml"/><Relationship Id="rId13" Type="http://schemas.openxmlformats.org/officeDocument/2006/relationships/slideLayout" Target="../slideLayouts/slideLayout34.xml"/><Relationship Id="rId14" Type="http://schemas.openxmlformats.org/officeDocument/2006/relationships/slideLayout" Target="../slideLayouts/slideLayout35.xml"/><Relationship Id="rId15" Type="http://schemas.openxmlformats.org/officeDocument/2006/relationships/slideLayout" Target="../slideLayouts/slideLayout36.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d1b2a"/>
        </a:solidFill>
      </p:bgPr>
    </p:bg>
    <p:spTree>
      <p:nvGrpSpPr>
        <p:cNvPr id="1" name=""/>
        <p:cNvGrpSpPr/>
        <p:nvPr/>
      </p:nvGrpSpPr>
      <p:grpSpPr>
        <a:xfrm>
          <a:off x="0" y="0"/>
          <a:ext cx="0" cy="0"/>
          <a:chOff x="0" y="0"/>
          <a:chExt cx="0" cy="0"/>
        </a:xfrm>
      </p:grpSpPr>
      <p:pic>
        <p:nvPicPr>
          <p:cNvPr id="0" name="Image 0" descr="img/deco_dark.png"/>
          <p:cNvPicPr/>
          <p:nvPr/>
        </p:nvPicPr>
        <p:blipFill>
          <a:blip r:embed="rId2"/>
          <a:stretch/>
        </p:blipFill>
        <p:spPr>
          <a:xfrm>
            <a:off x="6949440" y="1097280"/>
            <a:ext cx="4753080" cy="4753080"/>
          </a:xfrm>
          <a:prstGeom prst="rect">
            <a:avLst/>
          </a:prstGeom>
          <a:ln w="0">
            <a:noFill/>
          </a:ln>
        </p:spPr>
      </p:pic>
      <p:pic>
        <p:nvPicPr>
          <p:cNvPr id="1" name="Image 1" descr="img/logo_dark.png"/>
          <p:cNvPicPr/>
          <p:nvPr/>
        </p:nvPicPr>
        <p:blipFill>
          <a:blip r:embed="rId3"/>
          <a:stretch/>
        </p:blipFill>
        <p:spPr>
          <a:xfrm>
            <a:off x="640080" y="640080"/>
            <a:ext cx="3472920" cy="729720"/>
          </a:xfrm>
          <a:prstGeom prst="rect">
            <a:avLst/>
          </a:prstGeom>
          <a:ln w="0">
            <a:noFill/>
          </a:ln>
        </p:spPr>
      </p:pic>
      <p:sp>
        <p:nvSpPr>
          <p:cNvPr id="2" name="Shape 0"/>
          <p:cNvSpPr/>
          <p:nvPr/>
        </p:nvSpPr>
        <p:spPr>
          <a:xfrm>
            <a:off x="640080" y="2148840"/>
            <a:ext cx="821160" cy="52920"/>
          </a:xfrm>
          <a:prstGeom prst="rect">
            <a:avLst/>
          </a:prstGeom>
          <a:solidFill>
            <a:srgbClr val="0f9b8e"/>
          </a:solidFill>
          <a:ln w="0">
            <a:noFill/>
          </a:ln>
        </p:spPr>
        <p:style>
          <a:lnRef idx="0"/>
          <a:fillRef idx="0"/>
          <a:effectRef idx="0"/>
          <a:fontRef idx="minor"/>
        </p:style>
      </p:sp>
      <p:sp>
        <p:nvSpPr>
          <p:cNvPr id="3"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r>
              <a:rPr b="0" lang="fr-FR" sz="4400" spc="-1" strike="noStrike">
                <a:latin typeface="Arial"/>
              </a:rPr>
              <a:t>Cliquez pour éditer le format du texte-titre</a:t>
            </a:r>
            <a:endParaRPr b="0" lang="fr-FR" sz="4400" spc="-1" strike="noStrike">
              <a:latin typeface="Arial"/>
            </a:endParaRPr>
          </a:p>
        </p:txBody>
      </p:sp>
      <p:sp>
        <p:nvSpPr>
          <p:cNvPr id="4" name="PlaceHolder 2"/>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ffffff"/>
              </a:buClr>
              <a:buSzPct val="45000"/>
              <a:buFont typeface="Wingdings" charset="2"/>
              <a:buChar char=""/>
            </a:pPr>
            <a:r>
              <a:rPr b="0" lang="fr-FR" sz="3200" spc="-1" strike="noStrike">
                <a:latin typeface="Arial"/>
              </a:rPr>
              <a:t>Cliquez pour éditer le format du plan de texte</a:t>
            </a:r>
            <a:endParaRPr b="0" lang="fr-FR" sz="3200" spc="-1" strike="noStrike">
              <a:latin typeface="Arial"/>
            </a:endParaRPr>
          </a:p>
          <a:p>
            <a:pPr lvl="1" marL="864000" indent="-324000">
              <a:spcBef>
                <a:spcPts val="1134"/>
              </a:spcBef>
              <a:buClr>
                <a:srgbClr val="ffffff"/>
              </a:buClr>
              <a:buSzPct val="75000"/>
              <a:buFont typeface="Symbol" charset="2"/>
              <a:buChar char=""/>
            </a:pPr>
            <a:r>
              <a:rPr b="0" lang="fr-FR" sz="2800" spc="-1" strike="noStrike">
                <a:latin typeface="Arial"/>
              </a:rPr>
              <a:t>Second niveau de plan</a:t>
            </a:r>
            <a:endParaRPr b="0" lang="fr-FR" sz="2800" spc="-1" strike="noStrike">
              <a:latin typeface="Arial"/>
            </a:endParaRPr>
          </a:p>
          <a:p>
            <a:pPr lvl="2" marL="1296000" indent="-288000">
              <a:spcBef>
                <a:spcPts val="850"/>
              </a:spcBef>
              <a:buClr>
                <a:srgbClr val="ffffff"/>
              </a:buClr>
              <a:buSzPct val="45000"/>
              <a:buFont typeface="Wingdings" charset="2"/>
              <a:buChar char=""/>
            </a:pPr>
            <a:r>
              <a:rPr b="0" lang="fr-FR" sz="2400" spc="-1" strike="noStrike">
                <a:latin typeface="Arial"/>
              </a:rPr>
              <a:t>Troisième niveau de plan</a:t>
            </a:r>
            <a:endParaRPr b="0" lang="fr-FR" sz="2400" spc="-1" strike="noStrike">
              <a:latin typeface="Arial"/>
            </a:endParaRPr>
          </a:p>
          <a:p>
            <a:pPr lvl="3" marL="1728000" indent="-216000">
              <a:spcBef>
                <a:spcPts val="567"/>
              </a:spcBef>
              <a:buClr>
                <a:srgbClr val="ffffff"/>
              </a:buClr>
              <a:buSzPct val="75000"/>
              <a:buFont typeface="Symbol" charset="2"/>
              <a:buChar char=""/>
            </a:pPr>
            <a:r>
              <a:rPr b="0" lang="fr-FR" sz="2000" spc="-1" strike="noStrike">
                <a:latin typeface="Arial"/>
              </a:rPr>
              <a:t>Quatrième niveau de plan</a:t>
            </a:r>
            <a:endParaRPr b="0" lang="fr-FR" sz="2000" spc="-1" strike="noStrike">
              <a:latin typeface="Arial"/>
            </a:endParaRPr>
          </a:p>
          <a:p>
            <a:pPr lvl="4" marL="2160000" indent="-216000">
              <a:spcBef>
                <a:spcPts val="283"/>
              </a:spcBef>
              <a:buClr>
                <a:srgbClr val="ffffff"/>
              </a:buClr>
              <a:buSzPct val="45000"/>
              <a:buFont typeface="Wingdings" charset="2"/>
              <a:buChar char=""/>
            </a:pPr>
            <a:r>
              <a:rPr b="0" lang="fr-FR" sz="2000" spc="-1" strike="noStrike">
                <a:latin typeface="Arial"/>
              </a:rPr>
              <a:t>Cinquième niveau de plan</a:t>
            </a:r>
            <a:endParaRPr b="0" lang="fr-FR" sz="2000" spc="-1" strike="noStrike">
              <a:latin typeface="Arial"/>
            </a:endParaRPr>
          </a:p>
          <a:p>
            <a:pPr lvl="5" marL="2592000" indent="-216000">
              <a:spcBef>
                <a:spcPts val="283"/>
              </a:spcBef>
              <a:buClr>
                <a:srgbClr val="ffffff"/>
              </a:buClr>
              <a:buSzPct val="45000"/>
              <a:buFont typeface="Wingdings" charset="2"/>
              <a:buChar char=""/>
            </a:pPr>
            <a:r>
              <a:rPr b="0" lang="fr-FR" sz="2000" spc="-1" strike="noStrike">
                <a:latin typeface="Arial"/>
              </a:rPr>
              <a:t>Sixième niveau de plan</a:t>
            </a:r>
            <a:endParaRPr b="0" lang="fr-FR" sz="2000" spc="-1" strike="noStrike">
              <a:latin typeface="Arial"/>
            </a:endParaRPr>
          </a:p>
          <a:p>
            <a:pPr lvl="6" marL="3024000" indent="-216000">
              <a:spcBef>
                <a:spcPts val="283"/>
              </a:spcBef>
              <a:buClr>
                <a:srgbClr val="ffffff"/>
              </a:buClr>
              <a:buSzPct val="45000"/>
              <a:buFont typeface="Wingdings" charset="2"/>
              <a:buChar char=""/>
            </a:pPr>
            <a:r>
              <a:rPr b="0" lang="fr-FR" sz="2000" spc="-1" strike="noStrike">
                <a:latin typeface="Arial"/>
              </a:rPr>
              <a:t>Septième niveau de plan</a:t>
            </a:r>
            <a:endParaRPr b="0" lang="fr-FR" sz="2000" spc="-1" strike="noStrike">
              <a:latin typeface="Arial"/>
            </a:endParaRPr>
          </a:p>
        </p:txBody>
      </p:sp>
    </p:spTree>
  </p:cSld>
  <p:clrMap bg1="lt1" bg2="lt2" tx1="dk1" tx2="dk2" accent1="accent1" accent2="accent2" accent3="accent3" accent4="accent4" accent5="accent5" accent6="accent6" hlink="hlink" folHlink="folHlink"/>
  <p:sldLayoutIdLst>
    <p:sldLayoutId id="2147483649" r:id="rId4"/>
    <p:sldLayoutId id="2147483650" r:id="rId5"/>
    <p:sldLayoutId id="2147483651" r:id="rId6"/>
    <p:sldLayoutId id="2147483652" r:id="rId7"/>
    <p:sldLayoutId id="2147483653" r:id="rId8"/>
    <p:sldLayoutId id="2147483654" r:id="rId9"/>
    <p:sldLayoutId id="2147483655" r:id="rId10"/>
    <p:sldLayoutId id="2147483656" r:id="rId11"/>
    <p:sldLayoutId id="2147483657" r:id="rId12"/>
    <p:sldLayoutId id="2147483658" r:id="rId13"/>
    <p:sldLayoutId id="2147483659" r:id="rId14"/>
    <p:sldLayoutId id="2147483660" r:id="rId15"/>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d1b2a"/>
        </a:solidFill>
      </p:bgPr>
    </p:bg>
    <p:spTree>
      <p:nvGrpSpPr>
        <p:cNvPr id="1" name=""/>
        <p:cNvGrpSpPr/>
        <p:nvPr/>
      </p:nvGrpSpPr>
      <p:grpSpPr>
        <a:xfrm>
          <a:off x="0" y="0"/>
          <a:ext cx="0" cy="0"/>
          <a:chOff x="0" y="0"/>
          <a:chExt cx="0" cy="0"/>
        </a:xfrm>
      </p:grpSpPr>
      <p:pic>
        <p:nvPicPr>
          <p:cNvPr id="41" name="Image 0" descr="img/mark_dark.png"/>
          <p:cNvPicPr/>
          <p:nvPr/>
        </p:nvPicPr>
        <p:blipFill>
          <a:blip r:embed="rId2"/>
          <a:stretch/>
        </p:blipFill>
        <p:spPr>
          <a:xfrm>
            <a:off x="640080" y="6336720"/>
            <a:ext cx="235800" cy="235800"/>
          </a:xfrm>
          <a:prstGeom prst="rect">
            <a:avLst/>
          </a:prstGeom>
          <a:ln w="0">
            <a:noFill/>
          </a:ln>
        </p:spPr>
      </p:pic>
      <p:sp>
        <p:nvSpPr>
          <p:cNvPr id="42" name="Text 0"/>
          <p:cNvSpPr/>
          <p:nvPr/>
        </p:nvSpPr>
        <p:spPr>
          <a:xfrm>
            <a:off x="987480" y="6309360"/>
            <a:ext cx="4570200" cy="290880"/>
          </a:xfrm>
          <a:prstGeom prst="rect">
            <a:avLst/>
          </a:prstGeom>
          <a:noFill/>
          <a:ln w="0">
            <a:noFill/>
          </a:ln>
        </p:spPr>
        <p:style>
          <a:lnRef idx="0"/>
          <a:fillRef idx="0"/>
          <a:effectRef idx="0"/>
          <a:fontRef idx="minor"/>
        </p:style>
        <p:txBody>
          <a:bodyPr lIns="0" rIns="0" tIns="0" bIns="0" anchor="ctr">
            <a:noAutofit/>
          </a:bodyPr>
          <a:p>
            <a:pPr>
              <a:lnSpc>
                <a:spcPct val="100000"/>
              </a:lnSpc>
              <a:buNone/>
              <a:tabLst>
                <a:tab algn="l" pos="0"/>
              </a:tabLst>
            </a:pPr>
            <a:r>
              <a:rPr b="0" lang="en-US" sz="1000" spc="287" strike="noStrike">
                <a:solidFill>
                  <a:srgbClr val="8e99a4"/>
                </a:solidFill>
                <a:latin typeface="Inter"/>
                <a:ea typeface="Inter"/>
              </a:rPr>
              <a:t>DECIMAL INSIGHTS CONSULTING</a:t>
            </a:r>
            <a:endParaRPr b="0" lang="fr-FR" sz="1000" spc="-1" strike="noStrike">
              <a:latin typeface="Arial"/>
            </a:endParaRPr>
          </a:p>
        </p:txBody>
      </p:sp>
      <p:sp>
        <p:nvSpPr>
          <p:cNvPr id="43" name="PlaceHolder 1"/>
          <p:cNvSpPr>
            <a:spLocks noGrp="1"/>
          </p:cNvSpPr>
          <p:nvPr>
            <p:ph type="sldNum" idx="1"/>
          </p:nvPr>
        </p:nvSpPr>
        <p:spPr>
          <a:xfrm>
            <a:off x="10820160" y="6309360"/>
            <a:ext cx="729720" cy="29088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162B2305-58C3-479E-8AE6-BFBCDAFEA31A}"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44" name="PlaceHolder 2"/>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r>
              <a:rPr b="0" lang="fr-FR" sz="4400" spc="-1" strike="noStrike">
                <a:latin typeface="Arial"/>
              </a:rPr>
              <a:t>Cliquez pour éditer le format du texte-titre</a:t>
            </a:r>
            <a:endParaRPr b="0" lang="fr-FR" sz="4400" spc="-1" strike="noStrike">
              <a:latin typeface="Arial"/>
            </a:endParaRPr>
          </a:p>
        </p:txBody>
      </p:sp>
      <p:sp>
        <p:nvSpPr>
          <p:cNvPr id="45" name="PlaceHolder 3"/>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ffffff"/>
              </a:buClr>
              <a:buSzPct val="45000"/>
              <a:buFont typeface="Wingdings" charset="2"/>
              <a:buChar char=""/>
            </a:pPr>
            <a:r>
              <a:rPr b="0" lang="fr-FR" sz="3200" spc="-1" strike="noStrike">
                <a:latin typeface="Arial"/>
              </a:rPr>
              <a:t>Cliquez pour éditer le format du plan de texte</a:t>
            </a:r>
            <a:endParaRPr b="0" lang="fr-FR" sz="3200" spc="-1" strike="noStrike">
              <a:latin typeface="Arial"/>
            </a:endParaRPr>
          </a:p>
          <a:p>
            <a:pPr lvl="1" marL="864000" indent="-324000">
              <a:spcBef>
                <a:spcPts val="1134"/>
              </a:spcBef>
              <a:buClr>
                <a:srgbClr val="ffffff"/>
              </a:buClr>
              <a:buSzPct val="75000"/>
              <a:buFont typeface="Symbol" charset="2"/>
              <a:buChar char=""/>
            </a:pPr>
            <a:r>
              <a:rPr b="0" lang="fr-FR" sz="2800" spc="-1" strike="noStrike">
                <a:latin typeface="Arial"/>
              </a:rPr>
              <a:t>Second niveau de plan</a:t>
            </a:r>
            <a:endParaRPr b="0" lang="fr-FR" sz="2800" spc="-1" strike="noStrike">
              <a:latin typeface="Arial"/>
            </a:endParaRPr>
          </a:p>
          <a:p>
            <a:pPr lvl="2" marL="1296000" indent="-288000">
              <a:spcBef>
                <a:spcPts val="850"/>
              </a:spcBef>
              <a:buClr>
                <a:srgbClr val="ffffff"/>
              </a:buClr>
              <a:buSzPct val="45000"/>
              <a:buFont typeface="Wingdings" charset="2"/>
              <a:buChar char=""/>
            </a:pPr>
            <a:r>
              <a:rPr b="0" lang="fr-FR" sz="2400" spc="-1" strike="noStrike">
                <a:latin typeface="Arial"/>
              </a:rPr>
              <a:t>Troisième niveau de plan</a:t>
            </a:r>
            <a:endParaRPr b="0" lang="fr-FR" sz="2400" spc="-1" strike="noStrike">
              <a:latin typeface="Arial"/>
            </a:endParaRPr>
          </a:p>
          <a:p>
            <a:pPr lvl="3" marL="1728000" indent="-216000">
              <a:spcBef>
                <a:spcPts val="567"/>
              </a:spcBef>
              <a:buClr>
                <a:srgbClr val="ffffff"/>
              </a:buClr>
              <a:buSzPct val="75000"/>
              <a:buFont typeface="Symbol" charset="2"/>
              <a:buChar char=""/>
            </a:pPr>
            <a:r>
              <a:rPr b="0" lang="fr-FR" sz="2000" spc="-1" strike="noStrike">
                <a:latin typeface="Arial"/>
              </a:rPr>
              <a:t>Quatrième niveau de plan</a:t>
            </a:r>
            <a:endParaRPr b="0" lang="fr-FR" sz="2000" spc="-1" strike="noStrike">
              <a:latin typeface="Arial"/>
            </a:endParaRPr>
          </a:p>
          <a:p>
            <a:pPr lvl="4" marL="2160000" indent="-216000">
              <a:spcBef>
                <a:spcPts val="283"/>
              </a:spcBef>
              <a:buClr>
                <a:srgbClr val="ffffff"/>
              </a:buClr>
              <a:buSzPct val="45000"/>
              <a:buFont typeface="Wingdings" charset="2"/>
              <a:buChar char=""/>
            </a:pPr>
            <a:r>
              <a:rPr b="0" lang="fr-FR" sz="2000" spc="-1" strike="noStrike">
                <a:latin typeface="Arial"/>
              </a:rPr>
              <a:t>Cinquième niveau de plan</a:t>
            </a:r>
            <a:endParaRPr b="0" lang="fr-FR" sz="2000" spc="-1" strike="noStrike">
              <a:latin typeface="Arial"/>
            </a:endParaRPr>
          </a:p>
          <a:p>
            <a:pPr lvl="5" marL="2592000" indent="-216000">
              <a:spcBef>
                <a:spcPts val="283"/>
              </a:spcBef>
              <a:buClr>
                <a:srgbClr val="ffffff"/>
              </a:buClr>
              <a:buSzPct val="45000"/>
              <a:buFont typeface="Wingdings" charset="2"/>
              <a:buChar char=""/>
            </a:pPr>
            <a:r>
              <a:rPr b="0" lang="fr-FR" sz="2000" spc="-1" strike="noStrike">
                <a:latin typeface="Arial"/>
              </a:rPr>
              <a:t>Sixième niveau de plan</a:t>
            </a:r>
            <a:endParaRPr b="0" lang="fr-FR" sz="2000" spc="-1" strike="noStrike">
              <a:latin typeface="Arial"/>
            </a:endParaRPr>
          </a:p>
          <a:p>
            <a:pPr lvl="6" marL="3024000" indent="-216000">
              <a:spcBef>
                <a:spcPts val="283"/>
              </a:spcBef>
              <a:buClr>
                <a:srgbClr val="ffffff"/>
              </a:buClr>
              <a:buSzPct val="45000"/>
              <a:buFont typeface="Wingdings" charset="2"/>
              <a:buChar char=""/>
            </a:pPr>
            <a:r>
              <a:rPr b="0" lang="fr-FR" sz="2000" spc="-1" strike="noStrike">
                <a:latin typeface="Arial"/>
              </a:rPr>
              <a:t>Septième niveau de plan</a:t>
            </a:r>
            <a:endParaRPr b="0" lang="fr-FR" sz="2000" spc="-1" strike="noStrike">
              <a:latin typeface="Arial"/>
            </a:endParaRPr>
          </a:p>
        </p:txBody>
      </p:sp>
    </p:spTree>
  </p:cSld>
  <p:clrMap bg1="lt1" bg2="lt2" tx1="dk1" tx2="dk2" accent1="accent1" accent2="accent2" accent3="accent3" accent4="accent4" accent5="accent5" accent6="accent6" hlink="hlink" folHlink="folHlink"/>
  <p:sldLayoutIdLst>
    <p:sldLayoutId id="2147483662" r:id="rId3"/>
    <p:sldLayoutId id="2147483663" r:id="rId4"/>
    <p:sldLayoutId id="2147483664" r:id="rId5"/>
    <p:sldLayoutId id="2147483665" r:id="rId6"/>
    <p:sldLayoutId id="2147483666" r:id="rId7"/>
    <p:sldLayoutId id="2147483667" r:id="rId8"/>
    <p:sldLayoutId id="2147483668" r:id="rId9"/>
    <p:sldLayoutId id="2147483669" r:id="rId10"/>
    <p:sldLayoutId id="2147483670" r:id="rId11"/>
    <p:sldLayoutId id="2147483671" r:id="rId12"/>
    <p:sldLayoutId id="2147483672" r:id="rId13"/>
    <p:sldLayoutId id="2147483673" r:id="rId14"/>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d1b2a"/>
        </a:solidFill>
      </p:bgPr>
    </p:bg>
    <p:spTree>
      <p:nvGrpSpPr>
        <p:cNvPr id="1" name=""/>
        <p:cNvGrpSpPr/>
        <p:nvPr/>
      </p:nvGrpSpPr>
      <p:grpSpPr>
        <a:xfrm>
          <a:off x="0" y="0"/>
          <a:ext cx="0" cy="0"/>
          <a:chOff x="0" y="0"/>
          <a:chExt cx="0" cy="0"/>
        </a:xfrm>
      </p:grpSpPr>
      <p:pic>
        <p:nvPicPr>
          <p:cNvPr id="82" name="Image 0" descr="img/deco_dark.png"/>
          <p:cNvPicPr/>
          <p:nvPr/>
        </p:nvPicPr>
        <p:blipFill>
          <a:blip r:embed="rId2"/>
          <a:stretch/>
        </p:blipFill>
        <p:spPr>
          <a:xfrm>
            <a:off x="7498080" y="1828800"/>
            <a:ext cx="4204440" cy="4204440"/>
          </a:xfrm>
          <a:prstGeom prst="rect">
            <a:avLst/>
          </a:prstGeom>
          <a:ln w="0">
            <a:noFill/>
          </a:ln>
        </p:spPr>
      </p:pic>
      <p:sp>
        <p:nvSpPr>
          <p:cNvPr id="83" name="Shape 0"/>
          <p:cNvSpPr/>
          <p:nvPr/>
        </p:nvSpPr>
        <p:spPr>
          <a:xfrm>
            <a:off x="640080" y="1828800"/>
            <a:ext cx="821160" cy="52920"/>
          </a:xfrm>
          <a:prstGeom prst="rect">
            <a:avLst/>
          </a:prstGeom>
          <a:solidFill>
            <a:srgbClr val="0f9b8e"/>
          </a:solidFill>
          <a:ln w="0">
            <a:noFill/>
          </a:ln>
        </p:spPr>
        <p:style>
          <a:lnRef idx="0"/>
          <a:fillRef idx="0"/>
          <a:effectRef idx="0"/>
          <a:fontRef idx="minor"/>
        </p:style>
      </p:sp>
      <p:pic>
        <p:nvPicPr>
          <p:cNvPr id="84" name="Image 1" descr="img/mark_dark.png"/>
          <p:cNvPicPr/>
          <p:nvPr/>
        </p:nvPicPr>
        <p:blipFill>
          <a:blip r:embed="rId3"/>
          <a:stretch/>
        </p:blipFill>
        <p:spPr>
          <a:xfrm>
            <a:off x="640080" y="6336720"/>
            <a:ext cx="235800" cy="235800"/>
          </a:xfrm>
          <a:prstGeom prst="rect">
            <a:avLst/>
          </a:prstGeom>
          <a:ln w="0">
            <a:noFill/>
          </a:ln>
        </p:spPr>
      </p:pic>
      <p:sp>
        <p:nvSpPr>
          <p:cNvPr id="85" name="Text 1"/>
          <p:cNvSpPr/>
          <p:nvPr/>
        </p:nvSpPr>
        <p:spPr>
          <a:xfrm>
            <a:off x="987480" y="6309360"/>
            <a:ext cx="4570200" cy="290880"/>
          </a:xfrm>
          <a:prstGeom prst="rect">
            <a:avLst/>
          </a:prstGeom>
          <a:noFill/>
          <a:ln w="0">
            <a:noFill/>
          </a:ln>
        </p:spPr>
        <p:style>
          <a:lnRef idx="0"/>
          <a:fillRef idx="0"/>
          <a:effectRef idx="0"/>
          <a:fontRef idx="minor"/>
        </p:style>
        <p:txBody>
          <a:bodyPr lIns="0" rIns="0" tIns="0" bIns="0" anchor="ctr">
            <a:noAutofit/>
          </a:bodyPr>
          <a:p>
            <a:pPr>
              <a:lnSpc>
                <a:spcPct val="100000"/>
              </a:lnSpc>
              <a:buNone/>
              <a:tabLst>
                <a:tab algn="l" pos="0"/>
              </a:tabLst>
            </a:pPr>
            <a:r>
              <a:rPr b="0" lang="en-US" sz="1000" spc="287" strike="noStrike">
                <a:solidFill>
                  <a:srgbClr val="8e99a4"/>
                </a:solidFill>
                <a:latin typeface="Inter"/>
                <a:ea typeface="Inter"/>
              </a:rPr>
              <a:t>DECIMAL INSIGHTS CONSULTING</a:t>
            </a:r>
            <a:endParaRPr b="0" lang="fr-FR" sz="1000" spc="-1" strike="noStrike">
              <a:latin typeface="Arial"/>
            </a:endParaRPr>
          </a:p>
        </p:txBody>
      </p:sp>
      <p:sp>
        <p:nvSpPr>
          <p:cNvPr id="86" name="PlaceHolder 1"/>
          <p:cNvSpPr>
            <a:spLocks noGrp="1"/>
          </p:cNvSpPr>
          <p:nvPr>
            <p:ph type="sldNum" idx="2"/>
          </p:nvPr>
        </p:nvSpPr>
        <p:spPr>
          <a:xfrm>
            <a:off x="10820160" y="6309360"/>
            <a:ext cx="729720" cy="29088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4E4292AE-0509-43BB-8BF6-A86DAD4E33FF}"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87" name="PlaceHolder 2"/>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r>
              <a:rPr b="0" lang="fr-FR" sz="4400" spc="-1" strike="noStrike">
                <a:latin typeface="Arial"/>
              </a:rPr>
              <a:t>Cliquez pour éditer le format du texte-titre</a:t>
            </a:r>
            <a:endParaRPr b="0" lang="fr-FR" sz="4400" spc="-1" strike="noStrike">
              <a:latin typeface="Arial"/>
            </a:endParaRPr>
          </a:p>
        </p:txBody>
      </p:sp>
      <p:sp>
        <p:nvSpPr>
          <p:cNvPr id="88" name="PlaceHolder 3"/>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ffffff"/>
              </a:buClr>
              <a:buSzPct val="45000"/>
              <a:buFont typeface="Wingdings" charset="2"/>
              <a:buChar char=""/>
            </a:pPr>
            <a:r>
              <a:rPr b="0" lang="fr-FR" sz="3200" spc="-1" strike="noStrike">
                <a:latin typeface="Arial"/>
              </a:rPr>
              <a:t>Cliquez pour éditer le format du plan de texte</a:t>
            </a:r>
            <a:endParaRPr b="0" lang="fr-FR" sz="3200" spc="-1" strike="noStrike">
              <a:latin typeface="Arial"/>
            </a:endParaRPr>
          </a:p>
          <a:p>
            <a:pPr lvl="1" marL="864000" indent="-324000">
              <a:spcBef>
                <a:spcPts val="1134"/>
              </a:spcBef>
              <a:buClr>
                <a:srgbClr val="ffffff"/>
              </a:buClr>
              <a:buSzPct val="75000"/>
              <a:buFont typeface="Symbol" charset="2"/>
              <a:buChar char=""/>
            </a:pPr>
            <a:r>
              <a:rPr b="0" lang="fr-FR" sz="2800" spc="-1" strike="noStrike">
                <a:latin typeface="Arial"/>
              </a:rPr>
              <a:t>Second niveau de plan</a:t>
            </a:r>
            <a:endParaRPr b="0" lang="fr-FR" sz="2800" spc="-1" strike="noStrike">
              <a:latin typeface="Arial"/>
            </a:endParaRPr>
          </a:p>
          <a:p>
            <a:pPr lvl="2" marL="1296000" indent="-288000">
              <a:spcBef>
                <a:spcPts val="850"/>
              </a:spcBef>
              <a:buClr>
                <a:srgbClr val="ffffff"/>
              </a:buClr>
              <a:buSzPct val="45000"/>
              <a:buFont typeface="Wingdings" charset="2"/>
              <a:buChar char=""/>
            </a:pPr>
            <a:r>
              <a:rPr b="0" lang="fr-FR" sz="2400" spc="-1" strike="noStrike">
                <a:latin typeface="Arial"/>
              </a:rPr>
              <a:t>Troisième niveau de plan</a:t>
            </a:r>
            <a:endParaRPr b="0" lang="fr-FR" sz="2400" spc="-1" strike="noStrike">
              <a:latin typeface="Arial"/>
            </a:endParaRPr>
          </a:p>
          <a:p>
            <a:pPr lvl="3" marL="1728000" indent="-216000">
              <a:spcBef>
                <a:spcPts val="567"/>
              </a:spcBef>
              <a:buClr>
                <a:srgbClr val="ffffff"/>
              </a:buClr>
              <a:buSzPct val="75000"/>
              <a:buFont typeface="Symbol" charset="2"/>
              <a:buChar char=""/>
            </a:pPr>
            <a:r>
              <a:rPr b="0" lang="fr-FR" sz="2000" spc="-1" strike="noStrike">
                <a:latin typeface="Arial"/>
              </a:rPr>
              <a:t>Quatrième niveau de plan</a:t>
            </a:r>
            <a:endParaRPr b="0" lang="fr-FR" sz="2000" spc="-1" strike="noStrike">
              <a:latin typeface="Arial"/>
            </a:endParaRPr>
          </a:p>
          <a:p>
            <a:pPr lvl="4" marL="2160000" indent="-216000">
              <a:spcBef>
                <a:spcPts val="283"/>
              </a:spcBef>
              <a:buClr>
                <a:srgbClr val="ffffff"/>
              </a:buClr>
              <a:buSzPct val="45000"/>
              <a:buFont typeface="Wingdings" charset="2"/>
              <a:buChar char=""/>
            </a:pPr>
            <a:r>
              <a:rPr b="0" lang="fr-FR" sz="2000" spc="-1" strike="noStrike">
                <a:latin typeface="Arial"/>
              </a:rPr>
              <a:t>Cinquième niveau de plan</a:t>
            </a:r>
            <a:endParaRPr b="0" lang="fr-FR" sz="2000" spc="-1" strike="noStrike">
              <a:latin typeface="Arial"/>
            </a:endParaRPr>
          </a:p>
          <a:p>
            <a:pPr lvl="5" marL="2592000" indent="-216000">
              <a:spcBef>
                <a:spcPts val="283"/>
              </a:spcBef>
              <a:buClr>
                <a:srgbClr val="ffffff"/>
              </a:buClr>
              <a:buSzPct val="45000"/>
              <a:buFont typeface="Wingdings" charset="2"/>
              <a:buChar char=""/>
            </a:pPr>
            <a:r>
              <a:rPr b="0" lang="fr-FR" sz="2000" spc="-1" strike="noStrike">
                <a:latin typeface="Arial"/>
              </a:rPr>
              <a:t>Sixième niveau de plan</a:t>
            </a:r>
            <a:endParaRPr b="0" lang="fr-FR" sz="2000" spc="-1" strike="noStrike">
              <a:latin typeface="Arial"/>
            </a:endParaRPr>
          </a:p>
          <a:p>
            <a:pPr lvl="6" marL="3024000" indent="-216000">
              <a:spcBef>
                <a:spcPts val="283"/>
              </a:spcBef>
              <a:buClr>
                <a:srgbClr val="ffffff"/>
              </a:buClr>
              <a:buSzPct val="45000"/>
              <a:buFont typeface="Wingdings" charset="2"/>
              <a:buChar char=""/>
            </a:pPr>
            <a:r>
              <a:rPr b="0" lang="fr-FR" sz="2000" spc="-1" strike="noStrike">
                <a:latin typeface="Arial"/>
              </a:rPr>
              <a:t>Septième niveau de plan</a:t>
            </a:r>
            <a:endParaRPr b="0" lang="fr-FR" sz="2000" spc="-1" strike="noStrike">
              <a:latin typeface="Arial"/>
            </a:endParaRPr>
          </a:p>
        </p:txBody>
      </p:sp>
    </p:spTree>
  </p:cSld>
  <p:clrMap bg1="lt1" bg2="lt2" tx1="dk1" tx2="dk2" accent1="accent1" accent2="accent2" accent3="accent3" accent4="accent4" accent5="accent5" accent6="accent6" hlink="hlink" folHlink="folHlink"/>
  <p:sldLayoutIdLst>
    <p:sldLayoutId id="2147483675" r:id="rId4"/>
    <p:sldLayoutId id="2147483676" r:id="rId5"/>
    <p:sldLayoutId id="2147483677" r:id="rId6"/>
    <p:sldLayoutId id="2147483678" r:id="rId7"/>
    <p:sldLayoutId id="2147483679" r:id="rId8"/>
    <p:sldLayoutId id="2147483680" r:id="rId9"/>
    <p:sldLayoutId id="2147483681" r:id="rId10"/>
    <p:sldLayoutId id="2147483682" r:id="rId11"/>
    <p:sldLayoutId id="2147483683" r:id="rId12"/>
    <p:sldLayoutId id="2147483684" r:id="rId13"/>
    <p:sldLayoutId id="2147483685" r:id="rId14"/>
    <p:sldLayoutId id="2147483686" r:id="rId15"/>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slideLayout" Target="../slideLayouts/slideLayout13.xml"/><Relationship Id="rId7"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3.xml"/><Relationship Id="rId3"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image" Target="../media/image12.png"/><Relationship Id="rId2" Type="http://schemas.openxmlformats.org/officeDocument/2006/relationships/slideLayout" Target="../slideLayouts/slideLayout13.xml"/><Relationship Id="rId3"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13.xml"/><Relationship Id="rId3"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image" Target="../media/image14.png"/><Relationship Id="rId2" Type="http://schemas.openxmlformats.org/officeDocument/2006/relationships/slideLayout" Target="../slideLayouts/slideLayout13.xml"/><Relationship Id="rId3"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image" Target="../media/image15.png"/><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slideLayout" Target="../slideLayouts/slideLayout13.xml"/><Relationship Id="rId5"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image" Target="../media/image18.png"/><Relationship Id="rId2" Type="http://schemas.openxmlformats.org/officeDocument/2006/relationships/slideLayout" Target="../slideLayouts/slideLayout13.xml"/><Relationship Id="rId3"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image" Target="../media/image19.png"/><Relationship Id="rId2" Type="http://schemas.openxmlformats.org/officeDocument/2006/relationships/slideLayout" Target="../slideLayouts/slideLayout13.xml"/><Relationship Id="rId3"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image" Target="../media/image20.png"/><Relationship Id="rId2" Type="http://schemas.openxmlformats.org/officeDocument/2006/relationships/slideLayout" Target="../slideLayouts/slideLayout13.xml"/><Relationship Id="rId3"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3.xml"/><Relationship Id="rId4"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4.xml"/>
</Relationships>
</file>

<file path=ppt/slides/_rels/slide15.xml.rels><?xml version="1.0" encoding="UTF-8"?>
<Relationships xmlns="http://schemas.openxmlformats.org/package/2006/relationships"><Relationship Id="rId1" Type="http://schemas.openxmlformats.org/officeDocument/2006/relationships/image" Target="../media/image23.png"/><Relationship Id="rId2" Type="http://schemas.openxmlformats.org/officeDocument/2006/relationships/slideLayout" Target="../slideLayouts/slideLayout13.xml"/><Relationship Id="rId3" Type="http://schemas.openxmlformats.org/officeDocument/2006/relationships/notesSlide" Target="../notesSlides/notesSlide15.xml"/>
</Relationships>
</file>

<file path=ppt/slides/_rels/slide16.xml.rels><?xml version="1.0" encoding="UTF-8"?>
<Relationships xmlns="http://schemas.openxmlformats.org/package/2006/relationships"><Relationship Id="rId1" Type="http://schemas.openxmlformats.org/officeDocument/2006/relationships/image" Target="../media/image24.png"/><Relationship Id="rId2" Type="http://schemas.openxmlformats.org/officeDocument/2006/relationships/slideLayout" Target="../slideLayouts/slideLayout13.xml"/><Relationship Id="rId3" Type="http://schemas.openxmlformats.org/officeDocument/2006/relationships/notesSlide" Target="../notesSlides/notesSlide16.xml"/>
</Relationships>
</file>

<file path=ppt/slides/_rels/slide17.xml.rels><?xml version="1.0" encoding="UTF-8"?>
<Relationships xmlns="http://schemas.openxmlformats.org/package/2006/relationships"><Relationship Id="rId1" Type="http://schemas.openxmlformats.org/officeDocument/2006/relationships/image" Target="../media/image25.png"/><Relationship Id="rId2" Type="http://schemas.openxmlformats.org/officeDocument/2006/relationships/slideLayout" Target="../slideLayouts/slideLayout13.xml"/><Relationship Id="rId3" Type="http://schemas.openxmlformats.org/officeDocument/2006/relationships/notesSlide" Target="../notesSlides/notesSlide17.xml"/>
</Relationships>
</file>

<file path=ppt/slides/_rels/slide18.xml.rels><?xml version="1.0" encoding="UTF-8"?>
<Relationships xmlns="http://schemas.openxmlformats.org/package/2006/relationships"><Relationship Id="rId1" Type="http://schemas.openxmlformats.org/officeDocument/2006/relationships/image" Target="../media/image26.png"/><Relationship Id="rId2" Type="http://schemas.openxmlformats.org/officeDocument/2006/relationships/image" Target="../media/image27.png"/><Relationship Id="rId3" Type="http://schemas.openxmlformats.org/officeDocument/2006/relationships/slideLayout" Target="../slideLayouts/slideLayout13.xml"/><Relationship Id="rId4" Type="http://schemas.openxmlformats.org/officeDocument/2006/relationships/notesSlide" Target="../notesSlides/notesSlide18.xml"/>
</Relationships>
</file>

<file path=ppt/slides/_rels/slide19.xml.rels><?xml version="1.0" encoding="UTF-8"?>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9.xml"/>
</Relationships>
</file>

<file path=ppt/slides/_rels/slide20.xml.rels><?xml version="1.0" encoding="UTF-8"?>
<Relationships xmlns="http://schemas.openxmlformats.org/package/2006/relationships"><Relationship Id="rId1" Type="http://schemas.openxmlformats.org/officeDocument/2006/relationships/image" Target="../media/image28.png"/><Relationship Id="rId2" Type="http://schemas.openxmlformats.org/officeDocument/2006/relationships/slideLayout" Target="../slideLayouts/slideLayout13.xml"/><Relationship Id="rId3" Type="http://schemas.openxmlformats.org/officeDocument/2006/relationships/notesSlide" Target="../notesSlides/notesSlide20.xml"/>
</Relationships>
</file>

<file path=ppt/slides/_rels/slide21.xml.rels><?xml version="1.0" encoding="UTF-8"?>
<Relationships xmlns="http://schemas.openxmlformats.org/package/2006/relationships"><Relationship Id="rId1" Type="http://schemas.openxmlformats.org/officeDocument/2006/relationships/image" Target="../media/image29.png"/><Relationship Id="rId2" Type="http://schemas.openxmlformats.org/officeDocument/2006/relationships/slideLayout" Target="../slideLayouts/slideLayout13.xml"/><Relationship Id="rId3" Type="http://schemas.openxmlformats.org/officeDocument/2006/relationships/notesSlide" Target="../notesSlides/notesSlide21.xml"/>
</Relationships>
</file>

<file path=ppt/slides/_rels/slide22.xml.rels><?xml version="1.0" encoding="UTF-8"?>
<Relationships xmlns="http://schemas.openxmlformats.org/package/2006/relationships"><Relationship Id="rId1" Type="http://schemas.openxmlformats.org/officeDocument/2006/relationships/image" Target="../media/image30.png"/><Relationship Id="rId2" Type="http://schemas.openxmlformats.org/officeDocument/2006/relationships/slideLayout" Target="../slideLayouts/slideLayout13.xml"/><Relationship Id="rId3" Type="http://schemas.openxmlformats.org/officeDocument/2006/relationships/notesSlide" Target="../notesSlides/notesSlide22.xml"/>
</Relationships>
</file>

<file path=ppt/slides/_rels/slide23.xml.rels><?xml version="1.0" encoding="UTF-8"?>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3.xml"/><Relationship Id="rId4" Type="http://schemas.openxmlformats.org/officeDocument/2006/relationships/notesSlide" Target="../notesSlides/notesSlide23.xml"/>
</Relationships>
</file>

<file path=ppt/slides/_rels/slide24.xml.rels><?xml version="1.0" encoding="UTF-8"?>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4.xml"/>
</Relationships>
</file>

<file path=ppt/slides/_rels/slide25.xml.rels><?xml version="1.0" encoding="UTF-8"?>
<Relationships xmlns="http://schemas.openxmlformats.org/package/2006/relationships"><Relationship Id="rId1" Type="http://schemas.openxmlformats.org/officeDocument/2006/relationships/image" Target="../media/image33.png"/><Relationship Id="rId2" Type="http://schemas.openxmlformats.org/officeDocument/2006/relationships/slideLayout" Target="../slideLayouts/slideLayout13.xml"/><Relationship Id="rId3" Type="http://schemas.openxmlformats.org/officeDocument/2006/relationships/notesSlide" Target="../notesSlides/notesSlide25.xml"/>
</Relationships>
</file>

<file path=ppt/slides/_rels/slide26.xml.rels><?xml version="1.0" encoding="UTF-8"?>
<Relationships xmlns="http://schemas.openxmlformats.org/package/2006/relationships"><Relationship Id="rId1" Type="http://schemas.openxmlformats.org/officeDocument/2006/relationships/image" Target="../media/image34.png"/><Relationship Id="rId2" Type="http://schemas.openxmlformats.org/officeDocument/2006/relationships/slideLayout" Target="../slideLayouts/slideLayout13.xml"/><Relationship Id="rId3" Type="http://schemas.openxmlformats.org/officeDocument/2006/relationships/notesSlide" Target="../notesSlides/notesSlide26.xml"/>
</Relationships>
</file>

<file path=ppt/slides/_rels/slide27.xml.rels><?xml version="1.0" encoding="UTF-8"?>
<Relationships xmlns="http://schemas.openxmlformats.org/package/2006/relationships"><Relationship Id="rId1" Type="http://schemas.openxmlformats.org/officeDocument/2006/relationships/image" Target="../media/image35.png"/><Relationship Id="rId2" Type="http://schemas.openxmlformats.org/officeDocument/2006/relationships/slideLayout" Target="../slideLayouts/slideLayout13.xml"/><Relationship Id="rId3" Type="http://schemas.openxmlformats.org/officeDocument/2006/relationships/notesSlide" Target="../notesSlides/notesSlide27.xml"/>
</Relationships>
</file>

<file path=ppt/slides/_rels/slide28.xml.rels><?xml version="1.0" encoding="UTF-8"?>
<Relationships xmlns="http://schemas.openxmlformats.org/package/2006/relationships"><Relationship Id="rId1" Type="http://schemas.openxmlformats.org/officeDocument/2006/relationships/image" Target="../media/image36.png"/><Relationship Id="rId2" Type="http://schemas.openxmlformats.org/officeDocument/2006/relationships/slideLayout" Target="../slideLayouts/slideLayout13.xml"/><Relationship Id="rId3" Type="http://schemas.openxmlformats.org/officeDocument/2006/relationships/notesSlide" Target="../notesSlides/notesSlide28.xml"/>
</Relationships>
</file>

<file path=ppt/slides/_rels/slide29.xml.rels><?xml version="1.0" encoding="UTF-8"?>
<Relationships xmlns="http://schemas.openxmlformats.org/package/2006/relationships"><Relationship Id="rId1" Type="http://schemas.openxmlformats.org/officeDocument/2006/relationships/image" Target="../media/image37.png"/><Relationship Id="rId2" Type="http://schemas.openxmlformats.org/officeDocument/2006/relationships/slideLayout" Target="../slideLayouts/slideLayout13.xml"/><Relationship Id="rId3" Type="http://schemas.openxmlformats.org/officeDocument/2006/relationships/notesSlide" Target="../notesSlides/notesSlide29.xml"/>
</Relationships>
</file>

<file path=ppt/slides/_rels/slide30.xml.rels><?xml version="1.0" encoding="UTF-8"?>
<Relationships xmlns="http://schemas.openxmlformats.org/package/2006/relationships"><Relationship Id="rId1" Type="http://schemas.openxmlformats.org/officeDocument/2006/relationships/image" Target="../media/image38.png"/><Relationship Id="rId2" Type="http://schemas.openxmlformats.org/officeDocument/2006/relationships/slideLayout" Target="../slideLayouts/slideLayout13.xml"/><Relationship Id="rId3" Type="http://schemas.openxmlformats.org/officeDocument/2006/relationships/notesSlide" Target="../notesSlides/notesSlide30.xml"/>
</Relationships>
</file>

<file path=ppt/slides/_rels/slide31.xml.rels><?xml version="1.0" encoding="UTF-8"?>
<Relationships xmlns="http://schemas.openxmlformats.org/package/2006/relationships"><Relationship Id="rId1" Type="http://schemas.openxmlformats.org/officeDocument/2006/relationships/image" Target="../media/image39.png"/><Relationship Id="rId2" Type="http://schemas.openxmlformats.org/officeDocument/2006/relationships/image" Target="../media/image40.png"/><Relationship Id="rId3" Type="http://schemas.openxmlformats.org/officeDocument/2006/relationships/slideLayout" Target="../slideLayouts/slideLayout13.xml"/><Relationship Id="rId4" Type="http://schemas.openxmlformats.org/officeDocument/2006/relationships/notesSlide" Target="../notesSlides/notesSlide31.xml"/>
</Relationships>
</file>

<file path=ppt/slides/_rels/slide32.xml.rels><?xml version="1.0" encoding="UTF-8"?>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2.xml"/>
</Relationships>
</file>

<file path=ppt/slides/_rels/slide33.xml.rels><?xml version="1.0" encoding="UTF-8"?>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3.xml"/><Relationship Id="rId3" Type="http://schemas.openxmlformats.org/officeDocument/2006/relationships/notesSlide" Target="../notesSlides/notesSlide33.xml"/>
</Relationships>
</file>

<file path=ppt/slides/_rels/slide34.xml.rels><?xml version="1.0" encoding="UTF-8"?>
<Relationships xmlns="http://schemas.openxmlformats.org/package/2006/relationships"><Relationship Id="rId1" Type="http://schemas.openxmlformats.org/officeDocument/2006/relationships/image" Target="../media/image42.png"/><Relationship Id="rId2" Type="http://schemas.openxmlformats.org/officeDocument/2006/relationships/slideLayout" Target="../slideLayouts/slideLayout13.xml"/><Relationship Id="rId3" Type="http://schemas.openxmlformats.org/officeDocument/2006/relationships/notesSlide" Target="../notesSlides/notesSlide34.xml"/>
</Relationships>
</file>

<file path=ppt/slides/_rels/slide35.xml.rels><?xml version="1.0" encoding="UTF-8"?>
<Relationships xmlns="http://schemas.openxmlformats.org/package/2006/relationships"><Relationship Id="rId1" Type="http://schemas.openxmlformats.org/officeDocument/2006/relationships/image" Target="../media/image43.png"/><Relationship Id="rId2" Type="http://schemas.openxmlformats.org/officeDocument/2006/relationships/slideLayout" Target="../slideLayouts/slideLayout13.xml"/><Relationship Id="rId3" Type="http://schemas.openxmlformats.org/officeDocument/2006/relationships/notesSlide" Target="../notesSlides/notesSlide35.xml"/>
</Relationships>
</file>

<file path=ppt/slides/_rels/slide36.xml.rels><?xml version="1.0" encoding="UTF-8"?>
<Relationships xmlns="http://schemas.openxmlformats.org/package/2006/relationships"><Relationship Id="rId1" Type="http://schemas.openxmlformats.org/officeDocument/2006/relationships/image" Target="../media/image44.png"/><Relationship Id="rId2" Type="http://schemas.openxmlformats.org/officeDocument/2006/relationships/slideLayout" Target="../slideLayouts/slideLayout13.xml"/><Relationship Id="rId3" Type="http://schemas.openxmlformats.org/officeDocument/2006/relationships/notesSlide" Target="../notesSlides/notesSlide36.xml"/>
</Relationships>
</file>

<file path=ppt/slides/_rels/slide37.xml.rels><?xml version="1.0" encoding="UTF-8"?>
<Relationships xmlns="http://schemas.openxmlformats.org/package/2006/relationships"><Relationship Id="rId1" Type="http://schemas.openxmlformats.org/officeDocument/2006/relationships/image" Target="../media/image45.png"/><Relationship Id="rId2" Type="http://schemas.openxmlformats.org/officeDocument/2006/relationships/image" Target="../media/image46.png"/><Relationship Id="rId3" Type="http://schemas.openxmlformats.org/officeDocument/2006/relationships/slideLayout" Target="../slideLayouts/slideLayout13.xml"/><Relationship Id="rId4" Type="http://schemas.openxmlformats.org/officeDocument/2006/relationships/notesSlide" Target="../notesSlides/notesSlide37.xml"/>
</Relationships>
</file>

<file path=ppt/slides/_rels/slide38.xml.rels><?xml version="1.0" encoding="UTF-8"?>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8.xml"/>
</Relationships>
</file>

<file path=ppt/slides/_rels/slide39.xml.rels><?xml version="1.0" encoding="UTF-8"?>
<Relationships xmlns="http://schemas.openxmlformats.org/package/2006/relationships"><Relationship Id="rId1" Type="http://schemas.openxmlformats.org/officeDocument/2006/relationships/image" Target="../media/image47.png"/><Relationship Id="rId2" Type="http://schemas.openxmlformats.org/officeDocument/2006/relationships/slideLayout" Target="../slideLayouts/slideLayout13.xml"/><Relationship Id="rId3" Type="http://schemas.openxmlformats.org/officeDocument/2006/relationships/notesSlide" Target="../notesSlides/notesSlide39.xml"/>
</Relationships>
</file>

<file path=ppt/slides/_rels/slide40.xml.rels><?xml version="1.0" encoding="UTF-8"?>
<Relationships xmlns="http://schemas.openxmlformats.org/package/2006/relationships"><Relationship Id="rId1" Type="http://schemas.openxmlformats.org/officeDocument/2006/relationships/image" Target="../media/image48.png"/><Relationship Id="rId2" Type="http://schemas.openxmlformats.org/officeDocument/2006/relationships/slideLayout" Target="../slideLayouts/slideLayout13.xml"/><Relationship Id="rId3" Type="http://schemas.openxmlformats.org/officeDocument/2006/relationships/notesSlide" Target="../notesSlides/notesSlide40.xml"/>
</Relationships>
</file>

<file path=ppt/slides/_rels/slide41.xml.rels><?xml version="1.0" encoding="UTF-8"?>
<Relationships xmlns="http://schemas.openxmlformats.org/package/2006/relationships"><Relationship Id="rId1" Type="http://schemas.openxmlformats.org/officeDocument/2006/relationships/image" Target="../media/image49.png"/><Relationship Id="rId2" Type="http://schemas.openxmlformats.org/officeDocument/2006/relationships/slideLayout" Target="../slideLayouts/slideLayout13.xml"/><Relationship Id="rId3" Type="http://schemas.openxmlformats.org/officeDocument/2006/relationships/notesSlide" Target="../notesSlides/notesSlide41.xml"/>
</Relationships>
</file>

<file path=ppt/slides/_rels/slide42.xml.rels><?xml version="1.0" encoding="UTF-8"?>
<Relationships xmlns="http://schemas.openxmlformats.org/package/2006/relationships"><Relationship Id="rId1" Type="http://schemas.openxmlformats.org/officeDocument/2006/relationships/image" Target="../media/image50.png"/><Relationship Id="rId2" Type="http://schemas.openxmlformats.org/officeDocument/2006/relationships/slideLayout" Target="../slideLayouts/slideLayout13.xml"/><Relationship Id="rId3" Type="http://schemas.openxmlformats.org/officeDocument/2006/relationships/notesSlide" Target="../notesSlides/notesSlide42.xml"/>
</Relationships>
</file>

<file path=ppt/slides/_rels/slide43.xml.rels><?xml version="1.0" encoding="UTF-8"?>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3.xml"/>
</Relationships>
</file>

<file path=ppt/slides/_rels/slide44.xml.rels><?xml version="1.0" encoding="UTF-8"?>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3.xml"/><Relationship Id="rId3" Type="http://schemas.openxmlformats.org/officeDocument/2006/relationships/notesSlide" Target="../notesSlides/notesSlide44.xml"/>
</Relationships>
</file>

<file path=ppt/slides/_rels/slide45.xml.rels><?xml version="1.0" encoding="UTF-8"?>
<Relationships xmlns="http://schemas.openxmlformats.org/package/2006/relationships"><Relationship Id="rId1" Type="http://schemas.openxmlformats.org/officeDocument/2006/relationships/image" Target="../media/image52.png"/><Relationship Id="rId2" Type="http://schemas.openxmlformats.org/officeDocument/2006/relationships/slideLayout" Target="../slideLayouts/slideLayout13.xml"/><Relationship Id="rId3" Type="http://schemas.openxmlformats.org/officeDocument/2006/relationships/notesSlide" Target="../notesSlides/notesSlide45.xml"/>
</Relationships>
</file>

<file path=ppt/slides/_rels/slide46.xml.rels><?xml version="1.0" encoding="UTF-8"?>
<Relationships xmlns="http://schemas.openxmlformats.org/package/2006/relationships"><Relationship Id="rId1" Type="http://schemas.openxmlformats.org/officeDocument/2006/relationships/image" Target="../media/image53.png"/><Relationship Id="rId2" Type="http://schemas.openxmlformats.org/officeDocument/2006/relationships/slideLayout" Target="../slideLayouts/slideLayout13.xml"/><Relationship Id="rId3" Type="http://schemas.openxmlformats.org/officeDocument/2006/relationships/notesSlide" Target="../notesSlides/notesSlide46.xml"/>
</Relationships>
</file>

<file path=ppt/slides/_rels/slide47.xml.rels><?xml version="1.0" encoding="UTF-8"?>
<Relationships xmlns="http://schemas.openxmlformats.org/package/2006/relationships"><Relationship Id="rId1" Type="http://schemas.openxmlformats.org/officeDocument/2006/relationships/image" Target="../media/image54.png"/><Relationship Id="rId2" Type="http://schemas.openxmlformats.org/officeDocument/2006/relationships/slideLayout" Target="../slideLayouts/slideLayout13.xml"/><Relationship Id="rId3" Type="http://schemas.openxmlformats.org/officeDocument/2006/relationships/notesSlide" Target="../notesSlides/notesSlide47.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1" name="PlaceHolder 1"/>
          <p:cNvSpPr>
            <a:spLocks noGrp="1"/>
          </p:cNvSpPr>
          <p:nvPr>
            <p:ph type="title"/>
          </p:nvPr>
        </p:nvSpPr>
        <p:spPr>
          <a:xfrm>
            <a:off x="640080" y="2377440"/>
            <a:ext cx="6764760" cy="1735560"/>
          </a:xfrm>
          <a:prstGeom prst="rect">
            <a:avLst/>
          </a:prstGeom>
          <a:noFill/>
          <a:ln w="0">
            <a:noFill/>
          </a:ln>
        </p:spPr>
        <p:txBody>
          <a:bodyPr lIns="90000" rIns="90000" tIns="45000" bIns="45000" anchor="t">
            <a:noAutofit/>
          </a:bodyPr>
          <a:p>
            <a:pPr>
              <a:lnSpc>
                <a:spcPct val="100000"/>
              </a:lnSpc>
              <a:buNone/>
              <a:tabLst>
                <a:tab algn="l" pos="0"/>
              </a:tabLst>
            </a:pPr>
            <a:r>
              <a:rPr b="0" lang="en-US" sz="5000" spc="-1" strike="noStrike">
                <a:solidFill>
                  <a:srgbClr val="f7f6f2"/>
                </a:solidFill>
                <a:latin typeface="Fraunces SemiBold"/>
                <a:ea typeface="Fraunces SemiBold"/>
              </a:rPr>
              <a:t>Livrable de groupe</a:t>
            </a:r>
            <a:endParaRPr b="0" lang="fr-FR" sz="5000" spc="-1" strike="noStrike">
              <a:latin typeface="Arial"/>
            </a:endParaRPr>
          </a:p>
        </p:txBody>
      </p:sp>
      <p:sp>
        <p:nvSpPr>
          <p:cNvPr id="132" name="PlaceHolder 2"/>
          <p:cNvSpPr>
            <a:spLocks noGrp="1"/>
          </p:cNvSpPr>
          <p:nvPr>
            <p:ph/>
          </p:nvPr>
        </p:nvSpPr>
        <p:spPr>
          <a:xfrm>
            <a:off x="640080" y="4251960"/>
            <a:ext cx="6399000" cy="821160"/>
          </a:xfrm>
          <a:prstGeom prst="rect">
            <a:avLst/>
          </a:prstGeom>
          <a:noFill/>
          <a:ln w="0">
            <a:noFill/>
          </a:ln>
        </p:spPr>
        <p:txBody>
          <a:bodyPr lIns="90000" rIns="90000" tIns="45000" bIns="45000" anchor="t">
            <a:noAutofit/>
          </a:bodyPr>
          <a:p>
            <a:pPr>
              <a:lnSpc>
                <a:spcPct val="100000"/>
              </a:lnSpc>
              <a:spcBef>
                <a:spcPts val="400"/>
              </a:spcBef>
              <a:buNone/>
              <a:tabLst>
                <a:tab algn="l" pos="0"/>
              </a:tabLst>
            </a:pPr>
            <a:r>
              <a:rPr b="0" lang="en-US" sz="2000" spc="-1" strike="noStrike">
                <a:solidFill>
                  <a:srgbClr val="b8c0c8"/>
                </a:solidFill>
                <a:latin typeface="Inter"/>
                <a:ea typeface="Inter"/>
              </a:rPr>
              <a:t>TD AssurConnect : gouvernance, profilage et qualité des données</a:t>
            </a:r>
            <a:endParaRPr b="0" lang="fr-FR" sz="2000" spc="-1" strike="noStrike">
              <a:latin typeface="Arial"/>
            </a:endParaRPr>
          </a:p>
        </p:txBody>
      </p:sp>
      <p:sp>
        <p:nvSpPr>
          <p:cNvPr id="133" name="PlaceHolder 3"/>
          <p:cNvSpPr>
            <a:spLocks noGrp="1"/>
          </p:cNvSpPr>
          <p:nvPr>
            <p:ph/>
          </p:nvPr>
        </p:nvSpPr>
        <p:spPr>
          <a:xfrm>
            <a:off x="640080" y="5577840"/>
            <a:ext cx="6399000" cy="363960"/>
          </a:xfrm>
          <a:prstGeom prst="rect">
            <a:avLst/>
          </a:prstGeom>
          <a:noFill/>
          <a:ln w="0">
            <a:noFill/>
          </a:ln>
        </p:spPr>
        <p:txBody>
          <a:bodyPr lIns="90000" rIns="90000" tIns="45000" bIns="45000" anchor="t">
            <a:noAutofit/>
          </a:bodyPr>
          <a:p>
            <a:pPr>
              <a:lnSpc>
                <a:spcPct val="100000"/>
              </a:lnSpc>
              <a:spcBef>
                <a:spcPts val="241"/>
              </a:spcBef>
              <a:buNone/>
              <a:tabLst>
                <a:tab algn="l" pos="0"/>
              </a:tabLst>
            </a:pPr>
            <a:r>
              <a:rPr b="0" lang="en-US" sz="1200" spc="188" strike="noStrike">
                <a:solidFill>
                  <a:srgbClr val="f5a623"/>
                </a:solidFill>
                <a:latin typeface="Inter"/>
                <a:ea typeface="Inter"/>
              </a:rPr>
              <a:t>GROUPE [N°0] · [AMY Léo – MENY Nicolas - OUERGHEMNI Mongi - TRUONG David] · [14/10/2026]</a:t>
            </a:r>
            <a:endParaRPr b="0" lang="fr-FR" sz="1200" spc="-1" strike="noStrike">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4" name="PlaceHolder 1"/>
          <p:cNvSpPr>
            <a:spLocks noGrp="1"/>
          </p:cNvSpPr>
          <p:nvPr>
            <p:ph type="title"/>
          </p:nvPr>
        </p:nvSpPr>
        <p:spPr>
          <a:xfrm>
            <a:off x="640080" y="502920"/>
            <a:ext cx="10906920" cy="729720"/>
          </a:xfrm>
          <a:prstGeom prst="rect">
            <a:avLst/>
          </a:prstGeom>
          <a:noFill/>
          <a:ln w="0">
            <a:noFill/>
          </a:ln>
        </p:spPr>
        <p:txBody>
          <a:bodyPr lIns="0" rIns="0" tIns="0" bIns="0" anchor="t">
            <a:noAutofit/>
          </a:bodyPr>
          <a:p>
            <a:pPr>
              <a:lnSpc>
                <a:spcPct val="100000"/>
              </a:lnSpc>
              <a:buNone/>
              <a:tabLst>
                <a:tab algn="l" pos="0"/>
              </a:tabLst>
            </a:pPr>
            <a:r>
              <a:rPr b="0" lang="en-US" sz="2800" spc="-1" strike="noStrike">
                <a:solidFill>
                  <a:srgbClr val="f7f6f2"/>
                </a:solidFill>
                <a:latin typeface="Fraunces SemiBold"/>
                <a:ea typeface="Fraunces SemiBold"/>
              </a:rPr>
              <a:t>Comment remplir ce modèle</a:t>
            </a:r>
            <a:endParaRPr b="0" lang="fr-FR" sz="2800" spc="-1" strike="noStrike">
              <a:latin typeface="Arial"/>
            </a:endParaRPr>
          </a:p>
        </p:txBody>
      </p:sp>
      <p:sp>
        <p:nvSpPr>
          <p:cNvPr id="135" name="PlaceHolder 2"/>
          <p:cNvSpPr>
            <a:spLocks noGrp="1"/>
          </p:cNvSpPr>
          <p:nvPr>
            <p:ph type="sldNum" idx="6"/>
          </p:nvPr>
        </p:nvSpPr>
        <p:spPr>
          <a:xfrm>
            <a:off x="10820160" y="6309360"/>
            <a:ext cx="729720" cy="29088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6BB417AE-A63D-43CC-8059-5F6F6A9BC14D}"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136" name="TextBox 25"/>
          <p:cNvSpPr/>
          <p:nvPr/>
        </p:nvSpPr>
        <p:spPr>
          <a:xfrm>
            <a:off x="640080" y="283680"/>
            <a:ext cx="8044920" cy="18000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88" strike="noStrike">
                <a:solidFill>
                  <a:srgbClr val="f5a623"/>
                </a:solidFill>
                <a:latin typeface="Inter"/>
                <a:ea typeface="DejaVu Sans"/>
              </a:rPr>
              <a:t>MODE D'EMPLOI</a:t>
            </a:r>
            <a:endParaRPr b="0" lang="fr-FR" sz="1100" spc="-1" strike="noStrike">
              <a:latin typeface="Arial"/>
            </a:endParaRPr>
          </a:p>
        </p:txBody>
      </p:sp>
      <p:sp>
        <p:nvSpPr>
          <p:cNvPr id="137" name="Rectangle 26"/>
          <p:cNvSpPr/>
          <p:nvPr/>
        </p:nvSpPr>
        <p:spPr>
          <a:xfrm>
            <a:off x="640080" y="1371600"/>
            <a:ext cx="10906920" cy="802800"/>
          </a:xfrm>
          <a:prstGeom prst="rect">
            <a:avLst/>
          </a:prstGeom>
          <a:solidFill>
            <a:srgbClr val="1c2e3d"/>
          </a:solidFill>
          <a:ln>
            <a:solidFill>
              <a:srgbClr val="2a4156"/>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138" name="Icône target" descr="Icône target"/>
          <p:cNvPicPr/>
          <p:nvPr/>
        </p:nvPicPr>
        <p:blipFill>
          <a:blip r:embed="rId1"/>
          <a:stretch/>
        </p:blipFill>
        <p:spPr>
          <a:xfrm>
            <a:off x="868680" y="1572840"/>
            <a:ext cx="400680" cy="400680"/>
          </a:xfrm>
          <a:prstGeom prst="rect">
            <a:avLst/>
          </a:prstGeom>
          <a:ln w="0">
            <a:noFill/>
          </a:ln>
        </p:spPr>
      </p:pic>
      <p:sp>
        <p:nvSpPr>
          <p:cNvPr id="139" name="TextBox 28"/>
          <p:cNvSpPr/>
          <p:nvPr/>
        </p:nvSpPr>
        <p:spPr>
          <a:xfrm>
            <a:off x="1463040" y="1658160"/>
            <a:ext cx="3290040" cy="22932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400" spc="-1" strike="noStrike">
                <a:solidFill>
                  <a:srgbClr val="f7f6f2"/>
                </a:solidFill>
                <a:latin typeface="Inter"/>
                <a:ea typeface="DejaVu Sans"/>
              </a:rPr>
              <a:t>Encadré ambre « Attendu »</a:t>
            </a:r>
            <a:endParaRPr b="0" lang="fr-FR" sz="1400" spc="-1" strike="noStrike">
              <a:latin typeface="Arial"/>
            </a:endParaRPr>
          </a:p>
        </p:txBody>
      </p:sp>
      <p:sp>
        <p:nvSpPr>
          <p:cNvPr id="140" name="TextBox 29"/>
          <p:cNvSpPr/>
          <p:nvPr/>
        </p:nvSpPr>
        <p:spPr>
          <a:xfrm>
            <a:off x="4846320" y="1666440"/>
            <a:ext cx="6581880" cy="21312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0" lang="fr-FR" sz="1300" spc="-1" strike="noStrike">
                <a:solidFill>
                  <a:srgbClr val="b8c0c8"/>
                </a:solidFill>
                <a:latin typeface="Inter"/>
                <a:ea typeface="DejaVu Sans"/>
              </a:rPr>
              <a:t>Ce qui doit apparaître sur la page. À lire avant de rédiger ; ne pas supprimer.</a:t>
            </a:r>
            <a:endParaRPr b="0" lang="fr-FR" sz="1300" spc="-1" strike="noStrike">
              <a:latin typeface="Arial"/>
            </a:endParaRPr>
          </a:p>
        </p:txBody>
      </p:sp>
      <p:sp>
        <p:nvSpPr>
          <p:cNvPr id="141" name="Rectangle 30"/>
          <p:cNvSpPr/>
          <p:nvPr/>
        </p:nvSpPr>
        <p:spPr>
          <a:xfrm>
            <a:off x="640080" y="2286000"/>
            <a:ext cx="10906920" cy="802800"/>
          </a:xfrm>
          <a:prstGeom prst="rect">
            <a:avLst/>
          </a:prstGeom>
          <a:solidFill>
            <a:srgbClr val="1c2e3d"/>
          </a:solidFill>
          <a:ln>
            <a:solidFill>
              <a:srgbClr val="2a4156"/>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142" name="Icône pen" descr="Icône pen"/>
          <p:cNvPicPr/>
          <p:nvPr/>
        </p:nvPicPr>
        <p:blipFill>
          <a:blip r:embed="rId2"/>
          <a:stretch/>
        </p:blipFill>
        <p:spPr>
          <a:xfrm>
            <a:off x="868680" y="2487240"/>
            <a:ext cx="400680" cy="400680"/>
          </a:xfrm>
          <a:prstGeom prst="rect">
            <a:avLst/>
          </a:prstGeom>
          <a:ln w="0">
            <a:noFill/>
          </a:ln>
        </p:spPr>
      </p:pic>
      <p:sp>
        <p:nvSpPr>
          <p:cNvPr id="143" name="TextBox 32"/>
          <p:cNvSpPr/>
          <p:nvPr/>
        </p:nvSpPr>
        <p:spPr>
          <a:xfrm>
            <a:off x="1463040" y="2572560"/>
            <a:ext cx="3290040" cy="22932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400" spc="-1" strike="noStrike">
                <a:solidFill>
                  <a:srgbClr val="f7f6f2"/>
                </a:solidFill>
                <a:latin typeface="Inter"/>
                <a:ea typeface="DejaVu Sans"/>
              </a:rPr>
              <a:t>Cellule ou zone ambre sombre</a:t>
            </a:r>
            <a:endParaRPr b="0" lang="fr-FR" sz="1400" spc="-1" strike="noStrike">
              <a:latin typeface="Arial"/>
            </a:endParaRPr>
          </a:p>
        </p:txBody>
      </p:sp>
      <p:sp>
        <p:nvSpPr>
          <p:cNvPr id="144" name="TextBox 33"/>
          <p:cNvSpPr/>
          <p:nvPr/>
        </p:nvSpPr>
        <p:spPr>
          <a:xfrm>
            <a:off x="4846320" y="2473920"/>
            <a:ext cx="6581880" cy="4269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0" lang="fr-FR" sz="1300" spc="-1" strike="noStrike">
                <a:solidFill>
                  <a:srgbClr val="b8c0c8"/>
                </a:solidFill>
                <a:latin typeface="Inter"/>
                <a:ea typeface="DejaVu Sans"/>
              </a:rPr>
              <a:t>À compléter : remplacez « … » ou le texte gris entre crochets par votre contenu.</a:t>
            </a:r>
            <a:endParaRPr b="0" lang="fr-FR" sz="1300" spc="-1" strike="noStrike">
              <a:latin typeface="Arial"/>
            </a:endParaRPr>
          </a:p>
        </p:txBody>
      </p:sp>
      <p:sp>
        <p:nvSpPr>
          <p:cNvPr id="145" name="Rectangle 34"/>
          <p:cNvSpPr/>
          <p:nvPr/>
        </p:nvSpPr>
        <p:spPr>
          <a:xfrm>
            <a:off x="640080" y="3200400"/>
            <a:ext cx="10906920" cy="802800"/>
          </a:xfrm>
          <a:prstGeom prst="rect">
            <a:avLst/>
          </a:prstGeom>
          <a:solidFill>
            <a:srgbClr val="1c2e3d"/>
          </a:solidFill>
          <a:ln>
            <a:solidFill>
              <a:srgbClr val="2a4156"/>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146" name="Icône chart" descr="Icône chart"/>
          <p:cNvPicPr/>
          <p:nvPr/>
        </p:nvPicPr>
        <p:blipFill>
          <a:blip r:embed="rId3"/>
          <a:stretch/>
        </p:blipFill>
        <p:spPr>
          <a:xfrm>
            <a:off x="868680" y="3401640"/>
            <a:ext cx="400680" cy="400680"/>
          </a:xfrm>
          <a:prstGeom prst="rect">
            <a:avLst/>
          </a:prstGeom>
          <a:ln w="0">
            <a:noFill/>
          </a:ln>
        </p:spPr>
      </p:pic>
      <p:sp>
        <p:nvSpPr>
          <p:cNvPr id="147" name="TextBox 36"/>
          <p:cNvSpPr/>
          <p:nvPr/>
        </p:nvSpPr>
        <p:spPr>
          <a:xfrm>
            <a:off x="1463040" y="3372120"/>
            <a:ext cx="3290040" cy="459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400" spc="-1" strike="noStrike">
                <a:solidFill>
                  <a:srgbClr val="f7f6f2"/>
                </a:solidFill>
                <a:latin typeface="Inter"/>
                <a:ea typeface="DejaVu Sans"/>
              </a:rPr>
              <a:t>Une page prouve, elle ne raconte pas</a:t>
            </a:r>
            <a:endParaRPr b="0" lang="fr-FR" sz="1400" spc="-1" strike="noStrike">
              <a:latin typeface="Arial"/>
            </a:endParaRPr>
          </a:p>
        </p:txBody>
      </p:sp>
      <p:sp>
        <p:nvSpPr>
          <p:cNvPr id="148" name="TextBox 37"/>
          <p:cNvSpPr/>
          <p:nvPr/>
        </p:nvSpPr>
        <p:spPr>
          <a:xfrm>
            <a:off x="4846320" y="3388320"/>
            <a:ext cx="6581880" cy="4269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0" lang="fr-FR" sz="1300" spc="-1" strike="noStrike">
                <a:solidFill>
                  <a:srgbClr val="b8c0c8"/>
                </a:solidFill>
                <a:latin typeface="Inter"/>
                <a:ea typeface="DejaVu Sans"/>
              </a:rPr>
              <a:t>Pour chaque constat : un </a:t>
            </a:r>
            <a:r>
              <a:rPr b="1" lang="fr-FR" sz="1300" spc="-1" strike="noStrike">
                <a:solidFill>
                  <a:srgbClr val="f5a623"/>
                </a:solidFill>
                <a:latin typeface="Inter"/>
                <a:ea typeface="DejaVu Sans"/>
              </a:rPr>
              <a:t>chiffre mesuré</a:t>
            </a:r>
            <a:r>
              <a:rPr b="0" lang="fr-FR" sz="1300" spc="-1" strike="noStrike">
                <a:solidFill>
                  <a:srgbClr val="b8c0c8"/>
                </a:solidFill>
                <a:latin typeface="Inter"/>
                <a:ea typeface="DejaVu Sans"/>
              </a:rPr>
              <a:t> (règle RQ, couche), la </a:t>
            </a:r>
            <a:r>
              <a:rPr b="1" lang="fr-FR" sz="1300" spc="-1" strike="noStrike">
                <a:solidFill>
                  <a:srgbClr val="f5a623"/>
                </a:solidFill>
                <a:latin typeface="Inter"/>
                <a:ea typeface="DejaVu Sans"/>
              </a:rPr>
              <a:t>preuve</a:t>
            </a:r>
            <a:r>
              <a:rPr b="0" lang="fr-FR" sz="1300" spc="-1" strike="noStrike">
                <a:solidFill>
                  <a:srgbClr val="b8c0c8"/>
                </a:solidFill>
                <a:latin typeface="Inter"/>
                <a:ea typeface="DejaVu Sans"/>
              </a:rPr>
              <a:t> (chemin du dépôt), la </a:t>
            </a:r>
            <a:r>
              <a:rPr b="1" lang="fr-FR" sz="1300" spc="-1" strike="noStrike">
                <a:solidFill>
                  <a:srgbClr val="f5a623"/>
                </a:solidFill>
                <a:latin typeface="Inter"/>
                <a:ea typeface="DejaVu Sans"/>
              </a:rPr>
              <a:t>conséquence</a:t>
            </a:r>
            <a:r>
              <a:rPr b="0" lang="fr-FR" sz="1300" spc="-1" strike="noStrike">
                <a:solidFill>
                  <a:srgbClr val="b8c0c8"/>
                </a:solidFill>
                <a:latin typeface="Inter"/>
                <a:ea typeface="DejaVu Sans"/>
              </a:rPr>
              <a:t> attribuée à un rôle.</a:t>
            </a:r>
            <a:endParaRPr b="0" lang="fr-FR" sz="1300" spc="-1" strike="noStrike">
              <a:latin typeface="Arial"/>
            </a:endParaRPr>
          </a:p>
        </p:txBody>
      </p:sp>
      <p:sp>
        <p:nvSpPr>
          <p:cNvPr id="149" name="Rectangle 38"/>
          <p:cNvSpPr/>
          <p:nvPr/>
        </p:nvSpPr>
        <p:spPr>
          <a:xfrm>
            <a:off x="640080" y="4114800"/>
            <a:ext cx="10906920" cy="802800"/>
          </a:xfrm>
          <a:prstGeom prst="rect">
            <a:avLst/>
          </a:prstGeom>
          <a:solidFill>
            <a:srgbClr val="1c2e3d"/>
          </a:solidFill>
          <a:ln>
            <a:solidFill>
              <a:srgbClr val="2a4156"/>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150" name="Icône branch" descr="Icône branch"/>
          <p:cNvPicPr/>
          <p:nvPr/>
        </p:nvPicPr>
        <p:blipFill>
          <a:blip r:embed="rId4"/>
          <a:stretch/>
        </p:blipFill>
        <p:spPr>
          <a:xfrm>
            <a:off x="868680" y="4316040"/>
            <a:ext cx="400680" cy="400680"/>
          </a:xfrm>
          <a:prstGeom prst="rect">
            <a:avLst/>
          </a:prstGeom>
          <a:ln w="0">
            <a:noFill/>
          </a:ln>
        </p:spPr>
      </p:pic>
      <p:sp>
        <p:nvSpPr>
          <p:cNvPr id="151" name="TextBox 40"/>
          <p:cNvSpPr/>
          <p:nvPr/>
        </p:nvSpPr>
        <p:spPr>
          <a:xfrm>
            <a:off x="1463040" y="4401360"/>
            <a:ext cx="3290040" cy="22932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400" spc="-1" strike="noStrike">
                <a:solidFill>
                  <a:srgbClr val="f7f6f2"/>
                </a:solidFill>
                <a:latin typeface="Inter"/>
                <a:ea typeface="DejaVu Sans"/>
              </a:rPr>
              <a:t>Le dépôt Git est la preuve</a:t>
            </a:r>
            <a:endParaRPr b="0" lang="fr-FR" sz="1400" spc="-1" strike="noStrike">
              <a:latin typeface="Arial"/>
            </a:endParaRPr>
          </a:p>
        </p:txBody>
      </p:sp>
      <p:sp>
        <p:nvSpPr>
          <p:cNvPr id="152" name="TextBox 41"/>
          <p:cNvSpPr/>
          <p:nvPr/>
        </p:nvSpPr>
        <p:spPr>
          <a:xfrm>
            <a:off x="4846320" y="4302720"/>
            <a:ext cx="6581880" cy="4269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0" lang="fr-FR" sz="1300" spc="-1" strike="noStrike">
                <a:solidFill>
                  <a:srgbClr val="b8c0c8"/>
                </a:solidFill>
                <a:latin typeface="Inter"/>
                <a:ea typeface="DejaVu Sans"/>
              </a:rPr>
              <a:t>Chaque chemin cité existe dans votre dépôt. Étiquette </a:t>
            </a:r>
            <a:r>
              <a:rPr b="0" lang="fr-FR" sz="1300" spc="-1" strike="noStrike">
                <a:solidFill>
                  <a:srgbClr val="f7f6f2"/>
                </a:solidFill>
                <a:latin typeface="Consolas"/>
                <a:ea typeface="DejaVu Sans"/>
              </a:rPr>
              <a:t>seance-N</a:t>
            </a:r>
            <a:r>
              <a:rPr b="0" lang="fr-FR" sz="1300" spc="-1" strike="noStrike">
                <a:solidFill>
                  <a:srgbClr val="b8c0c8"/>
                </a:solidFill>
                <a:latin typeface="Inter"/>
                <a:ea typeface="DejaVu Sans"/>
              </a:rPr>
              <a:t> posée en fin de chaque séance.</a:t>
            </a:r>
            <a:endParaRPr b="0" lang="fr-FR" sz="1300" spc="-1" strike="noStrike">
              <a:latin typeface="Arial"/>
            </a:endParaRPr>
          </a:p>
        </p:txBody>
      </p:sp>
      <p:sp>
        <p:nvSpPr>
          <p:cNvPr id="153" name="Rectangle 42"/>
          <p:cNvSpPr/>
          <p:nvPr/>
        </p:nvSpPr>
        <p:spPr>
          <a:xfrm>
            <a:off x="640080" y="5029200"/>
            <a:ext cx="10906920" cy="802800"/>
          </a:xfrm>
          <a:prstGeom prst="rect">
            <a:avLst/>
          </a:prstGeom>
          <a:solidFill>
            <a:srgbClr val="1c2e3d"/>
          </a:solidFill>
          <a:ln>
            <a:solidFill>
              <a:srgbClr val="2a4156"/>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154" name="Icône warn" descr="Icône warn"/>
          <p:cNvPicPr/>
          <p:nvPr/>
        </p:nvPicPr>
        <p:blipFill>
          <a:blip r:embed="rId5"/>
          <a:stretch/>
        </p:blipFill>
        <p:spPr>
          <a:xfrm>
            <a:off x="868680" y="5230440"/>
            <a:ext cx="400680" cy="400680"/>
          </a:xfrm>
          <a:prstGeom prst="rect">
            <a:avLst/>
          </a:prstGeom>
          <a:ln w="0">
            <a:noFill/>
          </a:ln>
        </p:spPr>
      </p:pic>
      <p:sp>
        <p:nvSpPr>
          <p:cNvPr id="155" name="TextBox 44"/>
          <p:cNvSpPr/>
          <p:nvPr/>
        </p:nvSpPr>
        <p:spPr>
          <a:xfrm>
            <a:off x="1463040" y="5315760"/>
            <a:ext cx="3290040" cy="22932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400" spc="-1" strike="noStrike">
                <a:solidFill>
                  <a:srgbClr val="f7f6f2"/>
                </a:solidFill>
                <a:latin typeface="Inter"/>
                <a:ea typeface="DejaVu Sans"/>
              </a:rPr>
              <a:t>Si vous n'avez pas fini</a:t>
            </a:r>
            <a:endParaRPr b="0" lang="fr-FR" sz="1400" spc="-1" strike="noStrike">
              <a:latin typeface="Arial"/>
            </a:endParaRPr>
          </a:p>
        </p:txBody>
      </p:sp>
      <p:sp>
        <p:nvSpPr>
          <p:cNvPr id="156" name="TextBox 45"/>
          <p:cNvSpPr/>
          <p:nvPr/>
        </p:nvSpPr>
        <p:spPr>
          <a:xfrm>
            <a:off x="4846320" y="5217120"/>
            <a:ext cx="6581880" cy="4269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0" lang="fr-FR" sz="1300" spc="-1" strike="noStrike">
                <a:solidFill>
                  <a:srgbClr val="b8c0c8"/>
                </a:solidFill>
                <a:latin typeface="Inter"/>
                <a:ea typeface="DejaVu Sans"/>
              </a:rPr>
              <a:t>Laissez les zones ambre visibles : un livrable inachevé doit le rester. Ne mettez jamais un chiffre sans l'avoir mesuré.</a:t>
            </a:r>
            <a:endParaRPr b="0" lang="fr-FR" sz="1300" spc="-1" strike="noStrike">
              <a:latin typeface="Arial"/>
            </a:endParaRPr>
          </a:p>
        </p:txBody>
      </p:sp>
      <p:sp>
        <p:nvSpPr>
          <p:cNvPr id="157" name="TextBox 46"/>
          <p:cNvSpPr/>
          <p:nvPr/>
        </p:nvSpPr>
        <p:spPr>
          <a:xfrm>
            <a:off x="640080" y="5989320"/>
            <a:ext cx="10906920" cy="180360"/>
          </a:xfrm>
          <a:prstGeom prst="rect">
            <a:avLst/>
          </a:prstGeom>
          <a:noFill/>
          <a:ln w="0">
            <a:noFill/>
          </a:ln>
        </p:spPr>
        <p:style>
          <a:lnRef idx="0"/>
          <a:fillRef idx="0"/>
          <a:effectRef idx="0"/>
          <a:fontRef idx="minor"/>
        </p:style>
        <p:txBody>
          <a:bodyPr lIns="0" rIns="0" tIns="0" bIns="0" anchor="t">
            <a:spAutoFit/>
          </a:bodyPr>
          <a:p>
            <a:pPr>
              <a:lnSpc>
                <a:spcPct val="108000"/>
              </a:lnSpc>
              <a:spcAft>
                <a:spcPts val="400"/>
              </a:spcAft>
              <a:buNone/>
            </a:pPr>
            <a:r>
              <a:rPr b="0" i="1" lang="fr-FR" sz="1100" spc="-1" strike="noStrike">
                <a:solidFill>
                  <a:srgbClr val="8e99a4"/>
                </a:solidFill>
                <a:latin typeface="Inter"/>
                <a:ea typeface="DejaVu Sans"/>
              </a:rPr>
              <a:t>Si le texte déborde d'une cellule, réduisez la police à 11 pt plutôt que d'étendre le tableau hors de la page.</a:t>
            </a:r>
            <a:endParaRPr b="0" lang="fr-FR" sz="1100" spc="-1" strike="noStrike">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8" name="PlaceHolder 1"/>
          <p:cNvSpPr>
            <a:spLocks noGrp="1"/>
          </p:cNvSpPr>
          <p:nvPr>
            <p:ph type="title"/>
          </p:nvPr>
        </p:nvSpPr>
        <p:spPr>
          <a:xfrm>
            <a:off x="640080" y="502920"/>
            <a:ext cx="10906920" cy="729720"/>
          </a:xfrm>
          <a:prstGeom prst="rect">
            <a:avLst/>
          </a:prstGeom>
          <a:noFill/>
          <a:ln w="0">
            <a:noFill/>
          </a:ln>
        </p:spPr>
        <p:txBody>
          <a:bodyPr lIns="0" rIns="0" tIns="0" bIns="0" anchor="t">
            <a:noAutofit/>
          </a:bodyPr>
          <a:p>
            <a:pPr>
              <a:lnSpc>
                <a:spcPct val="100000"/>
              </a:lnSpc>
              <a:buNone/>
              <a:tabLst>
                <a:tab algn="l" pos="0"/>
              </a:tabLst>
            </a:pPr>
            <a:r>
              <a:rPr b="0" lang="en-US" sz="2800" spc="-1" strike="noStrike">
                <a:solidFill>
                  <a:srgbClr val="f7f6f2"/>
                </a:solidFill>
                <a:latin typeface="Fraunces SemiBold"/>
                <a:ea typeface="Fraunces SemiBold"/>
              </a:rPr>
              <a:t>Où se trouve quoi, et ce que pèse chaque critère</a:t>
            </a:r>
            <a:endParaRPr b="0" lang="fr-FR" sz="2800" spc="-1" strike="noStrike">
              <a:latin typeface="Arial"/>
            </a:endParaRPr>
          </a:p>
        </p:txBody>
      </p:sp>
      <p:sp>
        <p:nvSpPr>
          <p:cNvPr id="159" name="PlaceHolder 2"/>
          <p:cNvSpPr>
            <a:spLocks noGrp="1"/>
          </p:cNvSpPr>
          <p:nvPr>
            <p:ph type="sldNum" idx="7"/>
          </p:nvPr>
        </p:nvSpPr>
        <p:spPr>
          <a:xfrm>
            <a:off x="10820160" y="6309360"/>
            <a:ext cx="729720" cy="29088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ED751B90-D869-48F9-ADB8-7CA2F332A9E9}"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160" name="TextBox 25"/>
          <p:cNvSpPr/>
          <p:nvPr/>
        </p:nvSpPr>
        <p:spPr>
          <a:xfrm>
            <a:off x="640080" y="283680"/>
            <a:ext cx="8044920" cy="18000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88" strike="noStrike">
                <a:solidFill>
                  <a:srgbClr val="f5a623"/>
                </a:solidFill>
                <a:latin typeface="Inter"/>
                <a:ea typeface="DejaVu Sans"/>
              </a:rPr>
              <a:t>PLAN DU LIVRABLE</a:t>
            </a:r>
            <a:endParaRPr b="0" lang="fr-FR" sz="1100" spc="-1" strike="noStrike">
              <a:latin typeface="Arial"/>
            </a:endParaRPr>
          </a:p>
        </p:txBody>
      </p:sp>
      <p:graphicFrame>
        <p:nvGraphicFramePr>
          <p:cNvPr id="161" name="Table 26"/>
          <p:cNvGraphicFramePr/>
          <p:nvPr/>
        </p:nvGraphicFramePr>
        <p:xfrm>
          <a:off x="640080" y="1371600"/>
          <a:ext cx="10908360" cy="3071520"/>
        </p:xfrm>
        <a:graphic>
          <a:graphicData uri="http://schemas.openxmlformats.org/drawingml/2006/table">
            <a:tbl>
              <a:tblPr/>
              <a:tblGrid>
                <a:gridCol w="4023360"/>
                <a:gridCol w="1097280"/>
                <a:gridCol w="4690800"/>
                <a:gridCol w="1097280"/>
              </a:tblGrid>
              <a:tr h="383760">
                <a:tc>
                  <a:txBody>
                    <a:bodyPr lIns="73080" rIns="73080" anchor="ctr">
                      <a:noAutofit/>
                    </a:bodyPr>
                    <a:p>
                      <a:pPr>
                        <a:lnSpc>
                          <a:spcPct val="100000"/>
                        </a:lnSpc>
                        <a:buNone/>
                      </a:pPr>
                      <a:r>
                        <a:rPr b="1" lang="en-US" sz="1200" spc="46" strike="noStrike">
                          <a:solidFill>
                            <a:srgbClr val="f5a623"/>
                          </a:solidFill>
                          <a:latin typeface="Inter"/>
                        </a:rPr>
                        <a:t>Partie</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200" spc="46" strike="noStrike">
                          <a:solidFill>
                            <a:srgbClr val="f5a623"/>
                          </a:solidFill>
                          <a:latin typeface="Inter"/>
                        </a:rPr>
                        <a:t>Pages</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200" spc="46" strike="noStrike">
                          <a:solidFill>
                            <a:srgbClr val="f5a623"/>
                          </a:solidFill>
                          <a:latin typeface="Inter"/>
                        </a:rPr>
                        <a:t>Critère de la grille</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200" spc="46" strike="noStrike">
                          <a:solidFill>
                            <a:srgbClr val="f5a623"/>
                          </a:solidFill>
                          <a:latin typeface="Inter"/>
                        </a:rPr>
                        <a:t>Poids</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r>
              <a:tr h="383760">
                <a:tc>
                  <a:txBody>
                    <a:bodyPr lIns="73080" rIns="73080" anchor="ctr">
                      <a:noAutofit/>
                    </a:bodyPr>
                    <a:p>
                      <a:pPr>
                        <a:lnSpc>
                          <a:spcPct val="100000"/>
                        </a:lnSpc>
                        <a:buNone/>
                      </a:pPr>
                      <a:r>
                        <a:rPr b="1" lang="en-US" sz="1300" spc="-1" strike="noStrike">
                          <a:solidFill>
                            <a:srgbClr val="f7f6f2"/>
                          </a:solidFill>
                          <a:latin typeface="Inter"/>
                        </a:rPr>
                        <a:t>Équipe et mandat</a:t>
                      </a:r>
                      <a:endParaRPr b="0" lang="fr-FR" sz="13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300" spc="-1" strike="noStrike">
                          <a:solidFill>
                            <a:srgbClr val="f7f6f2"/>
                          </a:solidFill>
                          <a:latin typeface="Inter"/>
                        </a:rPr>
                        <a:t>4 à 5</a:t>
                      </a:r>
                      <a:endParaRPr b="0" lang="fr-FR" sz="13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300" spc="-1" strike="noStrike">
                          <a:solidFill>
                            <a:srgbClr val="f7f6f2"/>
                          </a:solidFill>
                          <a:latin typeface="Inter"/>
                        </a:rPr>
                        <a:t>Contribution individuelle (vérifiée dans l'historique Git)</a:t>
                      </a:r>
                      <a:endParaRPr b="0" lang="fr-FR" sz="13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300" spc="-1" strike="noStrike">
                          <a:solidFill>
                            <a:srgbClr val="f7f6f2"/>
                          </a:solidFill>
                          <a:latin typeface="Inter"/>
                        </a:rPr>
                        <a:t>—</a:t>
                      </a:r>
                      <a:endParaRPr b="0" lang="fr-FR" sz="13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r>
              <a:tr h="383760">
                <a:tc>
                  <a:txBody>
                    <a:bodyPr lIns="73080" rIns="73080" anchor="ctr">
                      <a:noAutofit/>
                    </a:bodyPr>
                    <a:p>
                      <a:pPr>
                        <a:lnSpc>
                          <a:spcPct val="100000"/>
                        </a:lnSpc>
                        <a:buNone/>
                      </a:pPr>
                      <a:r>
                        <a:rPr b="1" lang="en-US" sz="1300" spc="-1" strike="noStrike">
                          <a:solidFill>
                            <a:srgbClr val="f7f6f2"/>
                          </a:solidFill>
                          <a:latin typeface="Inter"/>
                        </a:rPr>
                        <a:t>S1 : bronze, porte B, profilage</a:t>
                      </a:r>
                      <a:endParaRPr b="0" lang="fr-FR" sz="13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300" spc="-1" strike="noStrike">
                          <a:solidFill>
                            <a:srgbClr val="f7f6f2"/>
                          </a:solidFill>
                          <a:latin typeface="Inter"/>
                        </a:rPr>
                        <a:t>S1</a:t>
                      </a:r>
                      <a:endParaRPr b="0" lang="fr-FR" sz="13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300" spc="-1" strike="noStrike">
                          <a:solidFill>
                            <a:srgbClr val="f7f6f2"/>
                          </a:solidFill>
                          <a:latin typeface="Inter"/>
                        </a:rPr>
                        <a:t>Profilage et diagnostic</a:t>
                      </a:r>
                      <a:endParaRPr b="0" lang="fr-FR" sz="13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300" spc="-1" strike="noStrike">
                          <a:solidFill>
                            <a:srgbClr val="f7f6f2"/>
                          </a:solidFill>
                          <a:latin typeface="Inter"/>
                        </a:rPr>
                        <a:t>20 %</a:t>
                      </a:r>
                      <a:endParaRPr b="0" lang="fr-FR" sz="13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r>
              <a:tr h="383760">
                <a:tc>
                  <a:txBody>
                    <a:bodyPr lIns="73080" rIns="73080" anchor="ctr">
                      <a:noAutofit/>
                    </a:bodyPr>
                    <a:p>
                      <a:pPr>
                        <a:lnSpc>
                          <a:spcPct val="100000"/>
                        </a:lnSpc>
                        <a:buNone/>
                      </a:pPr>
                      <a:r>
                        <a:rPr b="1" lang="en-US" sz="1300" spc="-1" strike="noStrike">
                          <a:solidFill>
                            <a:srgbClr val="f7f6f2"/>
                          </a:solidFill>
                          <a:latin typeface="Inter"/>
                        </a:rPr>
                        <a:t>S2 : règles en tests (Great Expectations)</a:t>
                      </a:r>
                      <a:endParaRPr b="0" lang="fr-FR" sz="13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300" spc="-1" strike="noStrike">
                          <a:solidFill>
                            <a:srgbClr val="f7f6f2"/>
                          </a:solidFill>
                          <a:latin typeface="Inter"/>
                        </a:rPr>
                        <a:t>S2</a:t>
                      </a:r>
                      <a:endParaRPr b="0" lang="fr-FR" sz="13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300" spc="-1" strike="noStrike">
                          <a:solidFill>
                            <a:srgbClr val="f7f6f2"/>
                          </a:solidFill>
                          <a:latin typeface="Inter"/>
                        </a:rPr>
                        <a:t>Règles et tests</a:t>
                      </a:r>
                      <a:endParaRPr b="0" lang="fr-FR" sz="13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300" spc="-1" strike="noStrike">
                          <a:solidFill>
                            <a:srgbClr val="f7f6f2"/>
                          </a:solidFill>
                          <a:latin typeface="Inter"/>
                        </a:rPr>
                        <a:t>20 %</a:t>
                      </a:r>
                      <a:endParaRPr b="0" lang="fr-FR" sz="13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r>
              <a:tr h="383760">
                <a:tc>
                  <a:txBody>
                    <a:bodyPr lIns="73080" rIns="73080" anchor="ctr">
                      <a:noAutofit/>
                    </a:bodyPr>
                    <a:p>
                      <a:pPr>
                        <a:lnSpc>
                          <a:spcPct val="100000"/>
                        </a:lnSpc>
                        <a:buNone/>
                      </a:pPr>
                      <a:r>
                        <a:rPr b="1" lang="en-US" sz="1300" spc="-1" strike="noStrike">
                          <a:solidFill>
                            <a:srgbClr val="f7f6f2"/>
                          </a:solidFill>
                          <a:latin typeface="Inter"/>
                        </a:rPr>
                        <a:t>S3 : intégrité et portes (Soda Core)</a:t>
                      </a:r>
                      <a:endParaRPr b="0" lang="fr-FR" sz="13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300" spc="-1" strike="noStrike">
                          <a:solidFill>
                            <a:srgbClr val="f7f6f2"/>
                          </a:solidFill>
                          <a:latin typeface="Inter"/>
                        </a:rPr>
                        <a:t>S3</a:t>
                      </a:r>
                      <a:endParaRPr b="0" lang="fr-FR" sz="13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300" spc="-1" strike="noStrike">
                          <a:solidFill>
                            <a:srgbClr val="f7f6f2"/>
                          </a:solidFill>
                          <a:latin typeface="Inter"/>
                        </a:rPr>
                        <a:t>Règles et tests (suite)</a:t>
                      </a:r>
                      <a:endParaRPr b="0" lang="fr-FR" sz="13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300" spc="-1" strike="noStrike">
                          <a:solidFill>
                            <a:srgbClr val="f7f6f2"/>
                          </a:solidFill>
                          <a:latin typeface="Inter"/>
                        </a:rPr>
                        <a:t>inclus</a:t>
                      </a:r>
                      <a:endParaRPr b="0" lang="fr-FR" sz="13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r>
              <a:tr h="383760">
                <a:tc>
                  <a:txBody>
                    <a:bodyPr lIns="73080" rIns="73080" anchor="ctr">
                      <a:noAutofit/>
                    </a:bodyPr>
                    <a:p>
                      <a:pPr>
                        <a:lnSpc>
                          <a:spcPct val="100000"/>
                        </a:lnSpc>
                        <a:buNone/>
                      </a:pPr>
                      <a:r>
                        <a:rPr b="1" lang="en-US" sz="1300" spc="-1" strike="noStrike">
                          <a:solidFill>
                            <a:srgbClr val="f7f6f2"/>
                          </a:solidFill>
                          <a:latin typeface="Inter"/>
                        </a:rPr>
                        <a:t>S4 : silver, gold, traçabilité</a:t>
                      </a:r>
                      <a:endParaRPr b="0" lang="fr-FR" sz="13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300" spc="-1" strike="noStrike">
                          <a:solidFill>
                            <a:srgbClr val="f7f6f2"/>
                          </a:solidFill>
                          <a:latin typeface="Inter"/>
                        </a:rPr>
                        <a:t>S4</a:t>
                      </a:r>
                      <a:endParaRPr b="0" lang="fr-FR" sz="13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300" spc="-1" strike="noStrike">
                          <a:solidFill>
                            <a:srgbClr val="f7f6f2"/>
                          </a:solidFill>
                          <a:latin typeface="Inter"/>
                        </a:rPr>
                        <a:t>Silver, gold et traçabilité</a:t>
                      </a:r>
                      <a:endParaRPr b="0" lang="fr-FR" sz="13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300" spc="-1" strike="noStrike">
                          <a:solidFill>
                            <a:srgbClr val="f7f6f2"/>
                          </a:solidFill>
                          <a:latin typeface="Inter"/>
                        </a:rPr>
                        <a:t>25 %</a:t>
                      </a:r>
                      <a:endParaRPr b="0" lang="fr-FR" sz="13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r>
              <a:tr h="383760">
                <a:tc>
                  <a:txBody>
                    <a:bodyPr lIns="73080" rIns="73080" anchor="ctr">
                      <a:noAutofit/>
                    </a:bodyPr>
                    <a:p>
                      <a:pPr>
                        <a:lnSpc>
                          <a:spcPct val="100000"/>
                        </a:lnSpc>
                        <a:buNone/>
                      </a:pPr>
                      <a:r>
                        <a:rPr b="1" lang="en-US" sz="1300" spc="-1" strike="noStrike">
                          <a:solidFill>
                            <a:srgbClr val="f7f6f2"/>
                          </a:solidFill>
                          <a:latin typeface="Inter"/>
                        </a:rPr>
                        <a:t>S5 : certificat, publication</a:t>
                      </a:r>
                      <a:endParaRPr b="0" lang="fr-FR" sz="13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300" spc="-1" strike="noStrike">
                          <a:solidFill>
                            <a:srgbClr val="f7f6f2"/>
                          </a:solidFill>
                          <a:latin typeface="Inter"/>
                        </a:rPr>
                        <a:t>S5</a:t>
                      </a:r>
                      <a:endParaRPr b="0" lang="fr-FR" sz="13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300" spc="-1" strike="noStrike">
                          <a:solidFill>
                            <a:srgbClr val="f7f6f2"/>
                          </a:solidFill>
                          <a:latin typeface="Inter"/>
                        </a:rPr>
                        <a:t>Preuve et certificat</a:t>
                      </a:r>
                      <a:endParaRPr b="0" lang="fr-FR" sz="13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300" spc="-1" strike="noStrike">
                          <a:solidFill>
                            <a:srgbClr val="f7f6f2"/>
                          </a:solidFill>
                          <a:latin typeface="Inter"/>
                        </a:rPr>
                        <a:t>20 %</a:t>
                      </a:r>
                      <a:endParaRPr b="0" lang="fr-FR" sz="13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r>
              <a:tr h="385560">
                <a:tc>
                  <a:txBody>
                    <a:bodyPr lIns="73080" rIns="73080" anchor="ctr">
                      <a:noAutofit/>
                    </a:bodyPr>
                    <a:p>
                      <a:pPr>
                        <a:lnSpc>
                          <a:spcPct val="100000"/>
                        </a:lnSpc>
                        <a:buNone/>
                      </a:pPr>
                      <a:r>
                        <a:rPr b="1" lang="en-US" sz="1300" spc="-1" strike="noStrike">
                          <a:solidFill>
                            <a:srgbClr val="f7f6f2"/>
                          </a:solidFill>
                          <a:latin typeface="Inter"/>
                        </a:rPr>
                        <a:t>Dossier go/no-go, journal des décisions</a:t>
                      </a:r>
                      <a:endParaRPr b="0" lang="fr-FR" sz="13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300" spc="-1" strike="noStrike">
                          <a:solidFill>
                            <a:srgbClr val="f7f6f2"/>
                          </a:solidFill>
                          <a:latin typeface="Inter"/>
                        </a:rPr>
                        <a:t>Dossier</a:t>
                      </a:r>
                      <a:endParaRPr b="0" lang="fr-FR" sz="13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300" spc="-1" strike="noStrike">
                          <a:solidFill>
                            <a:srgbClr val="f7f6f2"/>
                          </a:solidFill>
                          <a:latin typeface="Inter"/>
                        </a:rPr>
                        <a:t>Gouvernance et décision</a:t>
                      </a:r>
                      <a:endParaRPr b="0" lang="fr-FR" sz="13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300" spc="-1" strike="noStrike">
                          <a:solidFill>
                            <a:srgbClr val="f7f6f2"/>
                          </a:solidFill>
                          <a:latin typeface="Inter"/>
                        </a:rPr>
                        <a:t>15 %</a:t>
                      </a:r>
                      <a:endParaRPr b="0" lang="fr-FR" sz="13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r>
            </a:tbl>
          </a:graphicData>
        </a:graphic>
      </p:graphicFrame>
      <p:sp>
        <p:nvSpPr>
          <p:cNvPr id="162" name="TextBox 27"/>
          <p:cNvSpPr/>
          <p:nvPr/>
        </p:nvSpPr>
        <p:spPr>
          <a:xfrm>
            <a:off x="640080" y="4581000"/>
            <a:ext cx="10906920" cy="180360"/>
          </a:xfrm>
          <a:prstGeom prst="rect">
            <a:avLst/>
          </a:prstGeom>
          <a:noFill/>
          <a:ln w="0">
            <a:noFill/>
          </a:ln>
        </p:spPr>
        <p:style>
          <a:lnRef idx="0"/>
          <a:fillRef idx="0"/>
          <a:effectRef idx="0"/>
          <a:fontRef idx="minor"/>
        </p:style>
        <p:txBody>
          <a:bodyPr lIns="0" rIns="0" tIns="0" bIns="0" anchor="t">
            <a:spAutoFit/>
          </a:bodyPr>
          <a:p>
            <a:pPr>
              <a:lnSpc>
                <a:spcPct val="108000"/>
              </a:lnSpc>
              <a:spcAft>
                <a:spcPts val="400"/>
              </a:spcAft>
              <a:buNone/>
            </a:pPr>
            <a:r>
              <a:rPr b="0" i="1" lang="fr-FR" sz="1100" spc="-1" strike="noStrike">
                <a:solidFill>
                  <a:srgbClr val="8e99a4"/>
                </a:solidFill>
                <a:latin typeface="Inter"/>
                <a:ea typeface="DejaVu Sans"/>
              </a:rPr>
              <a:t>Définition de « terminé » pour une story : critères démontrés avec les chiffres, règle identifiée par son RQ et la couche mesurée, décision attribuée à un rôle, aucune donnée modifiée en place.</a:t>
            </a:r>
            <a:endParaRPr b="0" lang="fr-FR" sz="1100" spc="-1" strike="noStrike">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3" name="PlaceHolder 1"/>
          <p:cNvSpPr>
            <a:spLocks noGrp="1"/>
          </p:cNvSpPr>
          <p:nvPr>
            <p:ph type="title"/>
          </p:nvPr>
        </p:nvSpPr>
        <p:spPr>
          <a:xfrm>
            <a:off x="640080" y="502920"/>
            <a:ext cx="10906920" cy="729720"/>
          </a:xfrm>
          <a:prstGeom prst="rect">
            <a:avLst/>
          </a:prstGeom>
          <a:noFill/>
          <a:ln w="0">
            <a:noFill/>
          </a:ln>
        </p:spPr>
        <p:txBody>
          <a:bodyPr lIns="0" rIns="0" tIns="0" bIns="0" anchor="t">
            <a:noAutofit/>
          </a:bodyPr>
          <a:p>
            <a:pPr>
              <a:lnSpc>
                <a:spcPct val="100000"/>
              </a:lnSpc>
              <a:buNone/>
              <a:tabLst>
                <a:tab algn="l" pos="0"/>
              </a:tabLst>
            </a:pPr>
            <a:r>
              <a:rPr b="0" lang="en-US" sz="2800" spc="-1" strike="noStrike">
                <a:solidFill>
                  <a:srgbClr val="f7f6f2"/>
                </a:solidFill>
                <a:latin typeface="Fraunces SemiBold"/>
                <a:ea typeface="Fraunces SemiBold"/>
              </a:rPr>
              <a:t>Membres, rôles par séance et contribution</a:t>
            </a:r>
            <a:endParaRPr b="0" lang="fr-FR" sz="2800" spc="-1" strike="noStrike">
              <a:latin typeface="Arial"/>
            </a:endParaRPr>
          </a:p>
        </p:txBody>
      </p:sp>
      <p:sp>
        <p:nvSpPr>
          <p:cNvPr id="164" name="PlaceHolder 2"/>
          <p:cNvSpPr>
            <a:spLocks noGrp="1"/>
          </p:cNvSpPr>
          <p:nvPr>
            <p:ph type="sldNum" idx="8"/>
          </p:nvPr>
        </p:nvSpPr>
        <p:spPr>
          <a:xfrm>
            <a:off x="10820160" y="6309360"/>
            <a:ext cx="729720" cy="29088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F42B2657-A2C3-4007-9F80-1F74B9181CF4}"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165" name="TextBox 25"/>
          <p:cNvSpPr/>
          <p:nvPr/>
        </p:nvSpPr>
        <p:spPr>
          <a:xfrm>
            <a:off x="640080" y="283680"/>
            <a:ext cx="8044920" cy="18000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88" strike="noStrike">
                <a:solidFill>
                  <a:srgbClr val="f5a623"/>
                </a:solidFill>
                <a:latin typeface="Inter"/>
                <a:ea typeface="DejaVu Sans"/>
              </a:rPr>
              <a:t>ÉQUIPE</a:t>
            </a:r>
            <a:endParaRPr b="0" lang="fr-FR" sz="1100" spc="-1" strike="noStrike">
              <a:latin typeface="Arial"/>
            </a:endParaRPr>
          </a:p>
        </p:txBody>
      </p:sp>
      <p:sp>
        <p:nvSpPr>
          <p:cNvPr id="166" name="Attendu"/>
          <p:cNvSpPr/>
          <p:nvPr/>
        </p:nvSpPr>
        <p:spPr>
          <a:xfrm>
            <a:off x="640080" y="1325880"/>
            <a:ext cx="10906920" cy="106920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167" name="Attendu barre"/>
          <p:cNvSpPr/>
          <p:nvPr/>
        </p:nvSpPr>
        <p:spPr>
          <a:xfrm>
            <a:off x="640080" y="1325880"/>
            <a:ext cx="80640" cy="106920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168" name="Icône target" descr="Icône target"/>
          <p:cNvPicPr/>
          <p:nvPr/>
        </p:nvPicPr>
        <p:blipFill>
          <a:blip r:embed="rId1"/>
          <a:stretch/>
        </p:blipFill>
        <p:spPr>
          <a:xfrm>
            <a:off x="896040" y="1435680"/>
            <a:ext cx="272520" cy="272520"/>
          </a:xfrm>
          <a:prstGeom prst="rect">
            <a:avLst/>
          </a:prstGeom>
          <a:ln w="0">
            <a:noFill/>
          </a:ln>
        </p:spPr>
      </p:pic>
      <p:sp>
        <p:nvSpPr>
          <p:cNvPr id="169" name="TextBox 29"/>
          <p:cNvSpPr/>
          <p:nvPr/>
        </p:nvSpPr>
        <p:spPr>
          <a:xfrm>
            <a:off x="1261800" y="1473480"/>
            <a:ext cx="7313400" cy="19620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200" spc="126" strike="noStrike">
                <a:solidFill>
                  <a:srgbClr val="f5a623"/>
                </a:solidFill>
                <a:latin typeface="Inter"/>
                <a:ea typeface="DejaVu Sans"/>
              </a:rPr>
              <a:t>ATTENDU SUR CETTE PAGE</a:t>
            </a:r>
            <a:endParaRPr b="0" lang="fr-FR" sz="1200" spc="-1" strike="noStrike">
              <a:latin typeface="Arial"/>
            </a:endParaRPr>
          </a:p>
        </p:txBody>
      </p:sp>
      <p:sp>
        <p:nvSpPr>
          <p:cNvPr id="170" name="TextBox 30"/>
          <p:cNvSpPr/>
          <p:nvPr/>
        </p:nvSpPr>
        <p:spPr>
          <a:xfrm>
            <a:off x="914400" y="1783080"/>
            <a:ext cx="10358280" cy="465480"/>
          </a:xfrm>
          <a:prstGeom prst="rect">
            <a:avLst/>
          </a:prstGeom>
          <a:noFill/>
          <a:ln w="0">
            <a:noFill/>
          </a:ln>
        </p:spPr>
        <p:style>
          <a:lnRef idx="0"/>
          <a:fillRef idx="0"/>
          <a:effectRef idx="0"/>
          <a:fontRef idx="minor"/>
        </p:style>
        <p:txBody>
          <a:bodyPr lIns="0" rIns="0" tIns="0" bIns="0" anchor="t">
            <a:spAutoFit/>
          </a:bodyPr>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Les </a:t>
            </a:r>
            <a:r>
              <a:rPr b="1" lang="fr-FR" sz="1300" spc="-1" strike="noStrike">
                <a:solidFill>
                  <a:srgbClr val="f5a623"/>
                </a:solidFill>
                <a:latin typeface="Inter"/>
                <a:ea typeface="DejaVu Sans"/>
              </a:rPr>
              <a:t>rôles tournent</a:t>
            </a:r>
            <a:r>
              <a:rPr b="0" lang="fr-FR" sz="1300" spc="-1" strike="noStrike">
                <a:solidFill>
                  <a:srgbClr val="f7f6f2"/>
                </a:solidFill>
                <a:latin typeface="Inter"/>
                <a:ea typeface="DejaVu Sans"/>
              </a:rPr>
              <a:t> à chaque séance et un rôle est tenu par une personne à la fois.</a:t>
            </a:r>
            <a:endParaRPr b="0" lang="fr-FR" sz="1300" spc="-1" strike="noStrike">
              <a:latin typeface="Arial"/>
            </a:endParaRPr>
          </a:p>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La contribution déclarée est </a:t>
            </a:r>
            <a:r>
              <a:rPr b="1" lang="fr-FR" sz="1300" spc="-1" strike="noStrike">
                <a:solidFill>
                  <a:srgbClr val="f5a623"/>
                </a:solidFill>
                <a:latin typeface="Inter"/>
                <a:ea typeface="DejaVu Sans"/>
              </a:rPr>
              <a:t>vérifiable</a:t>
            </a:r>
            <a:r>
              <a:rPr b="0" lang="fr-FR" sz="1300" spc="-1" strike="noStrike">
                <a:solidFill>
                  <a:srgbClr val="f7f6f2"/>
                </a:solidFill>
                <a:latin typeface="Inter"/>
                <a:ea typeface="DejaVu Sans"/>
              </a:rPr>
              <a:t> dans l'historique Git : une ligne par membre, deux lignes de texte.</a:t>
            </a:r>
            <a:endParaRPr b="0" lang="fr-FR" sz="1300" spc="-1" strike="noStrike">
              <a:latin typeface="Arial"/>
            </a:endParaRPr>
          </a:p>
        </p:txBody>
      </p:sp>
      <p:graphicFrame>
        <p:nvGraphicFramePr>
          <p:cNvPr id="171" name="Table 31"/>
          <p:cNvGraphicFramePr/>
          <p:nvPr/>
        </p:nvGraphicFramePr>
        <p:xfrm>
          <a:off x="640080" y="2579760"/>
          <a:ext cx="10908360" cy="1828440"/>
        </p:xfrm>
        <a:graphic>
          <a:graphicData uri="http://schemas.openxmlformats.org/drawingml/2006/table">
            <a:tbl>
              <a:tblPr/>
              <a:tblGrid>
                <a:gridCol w="2560320"/>
                <a:gridCol w="2194560"/>
                <a:gridCol w="1188720"/>
                <a:gridCol w="1188720"/>
                <a:gridCol w="1188720"/>
                <a:gridCol w="1280160"/>
                <a:gridCol w="1307520"/>
              </a:tblGrid>
              <a:tr h="365760">
                <a:tc>
                  <a:txBody>
                    <a:bodyPr lIns="73080" rIns="73080" anchor="ctr">
                      <a:noAutofit/>
                    </a:bodyPr>
                    <a:p>
                      <a:pPr>
                        <a:lnSpc>
                          <a:spcPct val="100000"/>
                        </a:lnSpc>
                        <a:buNone/>
                      </a:pPr>
                      <a:r>
                        <a:rPr b="1" lang="en-US" sz="1100" spc="46" strike="noStrike">
                          <a:solidFill>
                            <a:srgbClr val="f5a623"/>
                          </a:solidFill>
                          <a:latin typeface="Inter"/>
                        </a:rPr>
                        <a:t>Membre</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100" spc="46" strike="noStrike">
                          <a:solidFill>
                            <a:srgbClr val="f5a623"/>
                          </a:solidFill>
                          <a:latin typeface="Inter"/>
                        </a:rPr>
                        <a:t>Identifiant Git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100" spc="46" strike="noStrike">
                          <a:solidFill>
                            <a:srgbClr val="f5a623"/>
                          </a:solidFill>
                          <a:latin typeface="Inter"/>
                        </a:rPr>
                        <a:t>S1</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100" spc="46" strike="noStrike">
                          <a:solidFill>
                            <a:srgbClr val="f5a623"/>
                          </a:solidFill>
                          <a:latin typeface="Inter"/>
                        </a:rPr>
                        <a:t>S2</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100" spc="46" strike="noStrike">
                          <a:solidFill>
                            <a:srgbClr val="f5a623"/>
                          </a:solidFill>
                          <a:latin typeface="Inter"/>
                        </a:rPr>
                        <a:t>S3</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100" spc="46" strike="noStrike">
                          <a:solidFill>
                            <a:srgbClr val="f5a623"/>
                          </a:solidFill>
                          <a:latin typeface="Inter"/>
                        </a:rPr>
                        <a:t>S4</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100" spc="46" strike="noStrike">
                          <a:solidFill>
                            <a:srgbClr val="f5a623"/>
                          </a:solidFill>
                          <a:latin typeface="Inter"/>
                        </a:rPr>
                        <a:t>S5</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r>
              <a:tr h="365760">
                <a:tc>
                  <a:txBody>
                    <a:bodyPr lIns="73080" rIns="73080" anchor="ctr">
                      <a:noAutofit/>
                    </a:bodyPr>
                    <a:p>
                      <a:pPr>
                        <a:lnSpc>
                          <a:spcPct val="100000"/>
                        </a:lnSpc>
                        <a:buNone/>
                      </a:pPr>
                      <a:r>
                        <a:rPr b="0" lang="en-US" sz="1200" spc="-1" strike="noStrike">
                          <a:solidFill>
                            <a:srgbClr val="f5a623"/>
                          </a:solidFill>
                          <a:latin typeface="Inter"/>
                        </a:rPr>
                        <a:t>AMY Léo</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LeoAugustinAmy</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Rédacteur du livrable</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65760">
                <a:tc>
                  <a:txBody>
                    <a:bodyPr lIns="73080" rIns="73080" anchor="ctr">
                      <a:noAutofit/>
                    </a:bodyPr>
                    <a:p>
                      <a:pPr>
                        <a:lnSpc>
                          <a:spcPct val="100000"/>
                        </a:lnSpc>
                        <a:buNone/>
                      </a:pPr>
                      <a:r>
                        <a:rPr b="0" lang="en-US" sz="1200" spc="-1" strike="noStrike">
                          <a:solidFill>
                            <a:srgbClr val="f5a623"/>
                          </a:solidFill>
                          <a:latin typeface="Inter"/>
                        </a:rPr>
                        <a:t>MENY Nicolas</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Tastycoole</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Data Owner</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65760">
                <a:tc>
                  <a:txBody>
                    <a:bodyPr lIns="73080" rIns="73080" anchor="ctr">
                      <a:noAutofit/>
                    </a:bodyPr>
                    <a:p>
                      <a:pPr>
                        <a:lnSpc>
                          <a:spcPct val="100000"/>
                        </a:lnSpc>
                        <a:buNone/>
                      </a:pPr>
                      <a:r>
                        <a:rPr b="0" lang="en-US" sz="1200" spc="-1" strike="noStrike">
                          <a:solidFill>
                            <a:srgbClr val="f5a623"/>
                          </a:solidFill>
                          <a:latin typeface="Inter"/>
                        </a:rPr>
                        <a:t>OUERGHEMNI Mongi</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mongi-ouerghemmi</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Ingénieur qualité</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65760">
                <a:tc>
                  <a:txBody>
                    <a:bodyPr lIns="73080" rIns="73080" anchor="ctr">
                      <a:noAutofit/>
                    </a:bodyPr>
                    <a:p>
                      <a:pPr>
                        <a:lnSpc>
                          <a:spcPct val="100000"/>
                        </a:lnSpc>
                        <a:buNone/>
                      </a:pPr>
                      <a:r>
                        <a:rPr b="0" lang="en-US" sz="1200" spc="-1" strike="noStrike">
                          <a:solidFill>
                            <a:srgbClr val="f5a623"/>
                          </a:solidFill>
                          <a:latin typeface="Inter"/>
                        </a:rPr>
                        <a:t>TRUONG David</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0TRDavid</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Data Steward</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bl>
          </a:graphicData>
        </a:graphic>
      </p:graphicFrame>
      <p:sp>
        <p:nvSpPr>
          <p:cNvPr id="172" name="TextBox 32"/>
          <p:cNvSpPr/>
          <p:nvPr/>
        </p:nvSpPr>
        <p:spPr>
          <a:xfrm>
            <a:off x="640440" y="4590360"/>
            <a:ext cx="10906920" cy="180360"/>
          </a:xfrm>
          <a:prstGeom prst="rect">
            <a:avLst/>
          </a:prstGeom>
          <a:noFill/>
          <a:ln w="0">
            <a:noFill/>
          </a:ln>
        </p:spPr>
        <p:style>
          <a:lnRef idx="0"/>
          <a:fillRef idx="0"/>
          <a:effectRef idx="0"/>
          <a:fontRef idx="minor"/>
        </p:style>
        <p:txBody>
          <a:bodyPr lIns="0" rIns="0" tIns="0" bIns="0" anchor="t">
            <a:spAutoFit/>
          </a:bodyPr>
          <a:p>
            <a:pPr>
              <a:lnSpc>
                <a:spcPct val="108000"/>
              </a:lnSpc>
              <a:spcAft>
                <a:spcPts val="400"/>
              </a:spcAft>
              <a:buNone/>
            </a:pPr>
            <a:r>
              <a:rPr b="0" i="1" lang="fr-FR" sz="1100" spc="-1" strike="noStrike">
                <a:solidFill>
                  <a:srgbClr val="8e99a4"/>
                </a:solidFill>
                <a:latin typeface="Inter"/>
                <a:ea typeface="DejaVu Sans"/>
              </a:rPr>
              <a:t>Rôles : Data Owner (décide des seuils et du GO) · Data Steward (définit les règles et leur sévérité) · Ingénieur qualité (mesure, implémente) · Rédacteur du livrable.</a:t>
            </a:r>
            <a:endParaRPr b="0" lang="fr-FR" sz="1100" spc="-1" strike="noStrike">
              <a:latin typeface="Arial"/>
            </a:endParaRPr>
          </a:p>
        </p:txBody>
      </p:sp>
      <p:graphicFrame>
        <p:nvGraphicFramePr>
          <p:cNvPr id="173" name="Table 33"/>
          <p:cNvGraphicFramePr/>
          <p:nvPr/>
        </p:nvGraphicFramePr>
        <p:xfrm>
          <a:off x="640080" y="4865760"/>
          <a:ext cx="10908360" cy="1828440"/>
        </p:xfrm>
        <a:graphic>
          <a:graphicData uri="http://schemas.openxmlformats.org/drawingml/2006/table">
            <a:tbl>
              <a:tblPr/>
              <a:tblGrid>
                <a:gridCol w="2560320"/>
                <a:gridCol w="6035040"/>
                <a:gridCol w="2313360"/>
              </a:tblGrid>
              <a:tr h="365760">
                <a:tc>
                  <a:txBody>
                    <a:bodyPr lIns="73080" rIns="73080" anchor="ctr">
                      <a:noAutofit/>
                    </a:bodyPr>
                    <a:p>
                      <a:pPr>
                        <a:lnSpc>
                          <a:spcPct val="100000"/>
                        </a:lnSpc>
                        <a:buNone/>
                      </a:pPr>
                      <a:r>
                        <a:rPr b="1" lang="en-US" sz="1100" spc="46" strike="noStrike">
                          <a:solidFill>
                            <a:srgbClr val="f5a623"/>
                          </a:solidFill>
                          <a:latin typeface="Inter"/>
                        </a:rPr>
                        <a:t>Membre</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100" spc="46" strike="noStrike">
                          <a:solidFill>
                            <a:srgbClr val="f5a623"/>
                          </a:solidFill>
                          <a:latin typeface="Inter"/>
                        </a:rPr>
                        <a:t>Contribution (deux lignes)</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100" spc="46" strike="noStrike">
                          <a:solidFill>
                            <a:srgbClr val="f5a623"/>
                          </a:solidFill>
                          <a:latin typeface="Inter"/>
                        </a:rPr>
                        <a:t>Stories principales</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r>
              <a:tr h="365760">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65760">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65760">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65760">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bl>
          </a:graphicData>
        </a:graphic>
      </p:graphicFrame>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4" name="PlaceHolder 1"/>
          <p:cNvSpPr>
            <a:spLocks noGrp="1"/>
          </p:cNvSpPr>
          <p:nvPr>
            <p:ph type="title"/>
          </p:nvPr>
        </p:nvSpPr>
        <p:spPr>
          <a:xfrm>
            <a:off x="640080" y="502920"/>
            <a:ext cx="10906920" cy="729720"/>
          </a:xfrm>
          <a:prstGeom prst="rect">
            <a:avLst/>
          </a:prstGeom>
          <a:noFill/>
          <a:ln w="0">
            <a:noFill/>
          </a:ln>
        </p:spPr>
        <p:txBody>
          <a:bodyPr lIns="0" rIns="0" tIns="0" bIns="0" anchor="t">
            <a:noAutofit/>
          </a:bodyPr>
          <a:p>
            <a:pPr>
              <a:lnSpc>
                <a:spcPct val="100000"/>
              </a:lnSpc>
              <a:buNone/>
              <a:tabLst>
                <a:tab algn="l" pos="0"/>
              </a:tabLst>
            </a:pPr>
            <a:r>
              <a:rPr b="0" lang="en-US" sz="2800" spc="-1" strike="noStrike">
                <a:solidFill>
                  <a:srgbClr val="f7f6f2"/>
                </a:solidFill>
                <a:latin typeface="Fraunces SemiBold"/>
                <a:ea typeface="Fraunces SemiBold"/>
              </a:rPr>
              <a:t>Notre compréhension du mandat</a:t>
            </a:r>
            <a:endParaRPr b="0" lang="fr-FR" sz="2800" spc="-1" strike="noStrike">
              <a:latin typeface="Arial"/>
            </a:endParaRPr>
          </a:p>
        </p:txBody>
      </p:sp>
      <p:sp>
        <p:nvSpPr>
          <p:cNvPr id="175" name="PlaceHolder 2"/>
          <p:cNvSpPr>
            <a:spLocks noGrp="1"/>
          </p:cNvSpPr>
          <p:nvPr>
            <p:ph type="sldNum" idx="9"/>
          </p:nvPr>
        </p:nvSpPr>
        <p:spPr>
          <a:xfrm>
            <a:off x="10820160" y="6309360"/>
            <a:ext cx="729720" cy="29088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C2776840-7A70-4D6F-95CA-4FB7A8F0F665}"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176" name="TextBox 25"/>
          <p:cNvSpPr/>
          <p:nvPr/>
        </p:nvSpPr>
        <p:spPr>
          <a:xfrm>
            <a:off x="640080" y="283680"/>
            <a:ext cx="8044920" cy="18000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88" strike="noStrike">
                <a:solidFill>
                  <a:srgbClr val="f5a623"/>
                </a:solidFill>
                <a:latin typeface="Inter"/>
                <a:ea typeface="DejaVu Sans"/>
              </a:rPr>
              <a:t>CONTEXTE</a:t>
            </a:r>
            <a:endParaRPr b="0" lang="fr-FR" sz="1100" spc="-1" strike="noStrike">
              <a:latin typeface="Arial"/>
            </a:endParaRPr>
          </a:p>
        </p:txBody>
      </p:sp>
      <p:sp>
        <p:nvSpPr>
          <p:cNvPr id="177" name="Attendu"/>
          <p:cNvSpPr/>
          <p:nvPr/>
        </p:nvSpPr>
        <p:spPr>
          <a:xfrm>
            <a:off x="640080" y="1325880"/>
            <a:ext cx="10906920" cy="132120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178" name="Attendu barre"/>
          <p:cNvSpPr/>
          <p:nvPr/>
        </p:nvSpPr>
        <p:spPr>
          <a:xfrm>
            <a:off x="640080" y="1325880"/>
            <a:ext cx="80640" cy="132120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179" name="Icône target" descr="Icône target"/>
          <p:cNvPicPr/>
          <p:nvPr/>
        </p:nvPicPr>
        <p:blipFill>
          <a:blip r:embed="rId1"/>
          <a:stretch/>
        </p:blipFill>
        <p:spPr>
          <a:xfrm>
            <a:off x="896040" y="1435680"/>
            <a:ext cx="272520" cy="272520"/>
          </a:xfrm>
          <a:prstGeom prst="rect">
            <a:avLst/>
          </a:prstGeom>
          <a:ln w="0">
            <a:noFill/>
          </a:ln>
        </p:spPr>
      </p:pic>
      <p:sp>
        <p:nvSpPr>
          <p:cNvPr id="180" name="TextBox 29"/>
          <p:cNvSpPr/>
          <p:nvPr/>
        </p:nvSpPr>
        <p:spPr>
          <a:xfrm>
            <a:off x="1261800" y="1473480"/>
            <a:ext cx="7313400" cy="19620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200" spc="126" strike="noStrike">
                <a:solidFill>
                  <a:srgbClr val="f5a623"/>
                </a:solidFill>
                <a:latin typeface="Inter"/>
                <a:ea typeface="DejaVu Sans"/>
              </a:rPr>
              <a:t>ATTENDU SUR CETTE PAGE</a:t>
            </a:r>
            <a:endParaRPr b="0" lang="fr-FR" sz="1200" spc="-1" strike="noStrike">
              <a:latin typeface="Arial"/>
            </a:endParaRPr>
          </a:p>
        </p:txBody>
      </p:sp>
      <p:sp>
        <p:nvSpPr>
          <p:cNvPr id="181" name="TextBox 30"/>
          <p:cNvSpPr/>
          <p:nvPr/>
        </p:nvSpPr>
        <p:spPr>
          <a:xfrm>
            <a:off x="914400" y="1783080"/>
            <a:ext cx="10358280" cy="717480"/>
          </a:xfrm>
          <a:prstGeom prst="rect">
            <a:avLst/>
          </a:prstGeom>
          <a:noFill/>
          <a:ln w="0">
            <a:noFill/>
          </a:ln>
        </p:spPr>
        <p:style>
          <a:lnRef idx="0"/>
          <a:fillRef idx="0"/>
          <a:effectRef idx="0"/>
          <a:fontRef idx="minor"/>
        </p:style>
        <p:txBody>
          <a:bodyPr lIns="0" rIns="0" tIns="0" bIns="0" anchor="t">
            <a:spAutoFit/>
          </a:bodyPr>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La condition posée par la </a:t>
            </a:r>
            <a:r>
              <a:rPr b="1" lang="fr-FR" sz="1300" spc="-1" strike="noStrike">
                <a:solidFill>
                  <a:srgbClr val="f5a623"/>
                </a:solidFill>
                <a:latin typeface="Inter"/>
                <a:ea typeface="DejaVu Sans"/>
              </a:rPr>
              <a:t>Direction Générale</a:t>
            </a:r>
            <a:r>
              <a:rPr b="0" lang="fr-FR" sz="1300" spc="-1" strike="noStrike">
                <a:solidFill>
                  <a:srgbClr val="f7f6f2"/>
                </a:solidFill>
                <a:latin typeface="Inter"/>
                <a:ea typeface="DejaVu Sans"/>
              </a:rPr>
              <a:t> reformulée avec vos mots.</a:t>
            </a:r>
            <a:endParaRPr b="0" lang="fr-FR" sz="1300" spc="-1" strike="noStrike">
              <a:latin typeface="Arial"/>
            </a:endParaRPr>
          </a:p>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Le </a:t>
            </a:r>
            <a:r>
              <a:rPr b="1" lang="fr-FR" sz="1300" spc="-1" strike="noStrike">
                <a:solidFill>
                  <a:srgbClr val="f5a623"/>
                </a:solidFill>
                <a:latin typeface="Inter"/>
                <a:ea typeface="DejaVu Sans"/>
              </a:rPr>
              <a:t>périmètre</a:t>
            </a:r>
            <a:r>
              <a:rPr b="0" lang="fr-FR" sz="1300" spc="-1" strike="noStrike">
                <a:solidFill>
                  <a:srgbClr val="f7f6f2"/>
                </a:solidFill>
                <a:latin typeface="Inter"/>
                <a:ea typeface="DejaVu Sans"/>
              </a:rPr>
              <a:t> : sources, couches du médaillon, portes B, S, G et C.</a:t>
            </a:r>
            <a:endParaRPr b="0" lang="fr-FR" sz="1300" spc="-1" strike="noStrike">
              <a:latin typeface="Arial"/>
            </a:endParaRPr>
          </a:p>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Les </a:t>
            </a:r>
            <a:r>
              <a:rPr b="1" lang="fr-FR" sz="1300" spc="-1" strike="noStrike">
                <a:solidFill>
                  <a:srgbClr val="f5a623"/>
                </a:solidFill>
                <a:latin typeface="Inter"/>
                <a:ea typeface="DejaVu Sans"/>
              </a:rPr>
              <a:t>trois rôles</a:t>
            </a:r>
            <a:r>
              <a:rPr b="0" lang="fr-FR" sz="1300" spc="-1" strike="noStrike">
                <a:solidFill>
                  <a:srgbClr val="f7f6f2"/>
                </a:solidFill>
                <a:latin typeface="Inter"/>
                <a:ea typeface="DejaVu Sans"/>
              </a:rPr>
              <a:t> de gouvernance et ce que chacun décide.</a:t>
            </a:r>
            <a:endParaRPr b="0" lang="fr-FR" sz="1300" spc="-1" strike="noStrike">
              <a:latin typeface="Arial"/>
            </a:endParaRPr>
          </a:p>
        </p:txBody>
      </p:sp>
      <p:sp>
        <p:nvSpPr>
          <p:cNvPr id="182" name="TextBox 31"/>
          <p:cNvSpPr/>
          <p:nvPr/>
        </p:nvSpPr>
        <p:spPr>
          <a:xfrm>
            <a:off x="640080" y="2868840"/>
            <a:ext cx="5301720" cy="18000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06" strike="noStrike">
                <a:solidFill>
                  <a:srgbClr val="f5a623"/>
                </a:solidFill>
                <a:latin typeface="Inter"/>
                <a:ea typeface="DejaVu Sans"/>
              </a:rPr>
              <a:t>MANDAT ET CONDITION DE LA DG</a:t>
            </a:r>
            <a:endParaRPr b="0" lang="fr-FR" sz="1100" spc="-1" strike="noStrike">
              <a:latin typeface="Arial"/>
            </a:endParaRPr>
          </a:p>
        </p:txBody>
      </p:sp>
      <p:sp>
        <p:nvSpPr>
          <p:cNvPr id="183" name="Zone à rédiger"/>
          <p:cNvSpPr/>
          <p:nvPr/>
        </p:nvSpPr>
        <p:spPr>
          <a:xfrm>
            <a:off x="640080" y="3124440"/>
            <a:ext cx="5301720" cy="300024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rIns="137160" tIns="73080" bIns="73080" anchor="t">
            <a:noAutofit/>
          </a:bodyPr>
          <a:p>
            <a:pPr>
              <a:lnSpc>
                <a:spcPct val="100000"/>
              </a:lnSpc>
              <a:buNone/>
            </a:pPr>
            <a:r>
              <a:rPr b="0" i="1" lang="fr-FR" sz="1200" spc="-1" strike="noStrike">
                <a:solidFill>
                  <a:srgbClr val="8e99a4"/>
                </a:solidFill>
                <a:latin typeface="Inter"/>
                <a:ea typeface="DejaVu Sans"/>
              </a:rPr>
              <a:t>[Rédigez ici, cinq lignes au plus]</a:t>
            </a:r>
            <a:endParaRPr b="0" lang="fr-FR" sz="1200" spc="-1" strike="noStrike">
              <a:latin typeface="Arial"/>
            </a:endParaRPr>
          </a:p>
        </p:txBody>
      </p:sp>
      <p:sp>
        <p:nvSpPr>
          <p:cNvPr id="184" name="TextBox 33"/>
          <p:cNvSpPr/>
          <p:nvPr/>
        </p:nvSpPr>
        <p:spPr>
          <a:xfrm>
            <a:off x="6245280" y="2868840"/>
            <a:ext cx="5301720" cy="18000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06" strike="noStrike">
                <a:solidFill>
                  <a:srgbClr val="f5a623"/>
                </a:solidFill>
                <a:latin typeface="Inter"/>
                <a:ea typeface="DejaVu Sans"/>
              </a:rPr>
              <a:t>PÉRIMÈTRE ET RÔLES</a:t>
            </a:r>
            <a:endParaRPr b="0" lang="fr-FR" sz="1100" spc="-1" strike="noStrike">
              <a:latin typeface="Arial"/>
            </a:endParaRPr>
          </a:p>
        </p:txBody>
      </p:sp>
      <p:sp>
        <p:nvSpPr>
          <p:cNvPr id="185" name="Zone à rédiger"/>
          <p:cNvSpPr/>
          <p:nvPr/>
        </p:nvSpPr>
        <p:spPr>
          <a:xfrm>
            <a:off x="6245280" y="3124440"/>
            <a:ext cx="5301720" cy="300024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rIns="137160" tIns="73080" bIns="73080" anchor="t">
            <a:noAutofit/>
          </a:bodyPr>
          <a:p>
            <a:pPr>
              <a:lnSpc>
                <a:spcPct val="100000"/>
              </a:lnSpc>
              <a:buNone/>
            </a:pPr>
            <a:r>
              <a:rPr b="0" i="1" lang="fr-FR" sz="1200" spc="-1" strike="noStrike">
                <a:solidFill>
                  <a:srgbClr val="8e99a4"/>
                </a:solidFill>
                <a:latin typeface="Inter"/>
                <a:ea typeface="DejaVu Sans"/>
              </a:rPr>
              <a:t>[Rédigez ici, cinq lignes au plus]</a:t>
            </a:r>
            <a:endParaRPr b="0" lang="fr-FR" sz="1200" spc="-1" strike="noStrike">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6" name="PlaceHolder 1"/>
          <p:cNvSpPr>
            <a:spLocks noGrp="1"/>
          </p:cNvSpPr>
          <p:nvPr>
            <p:ph/>
          </p:nvPr>
        </p:nvSpPr>
        <p:spPr>
          <a:xfrm>
            <a:off x="640080" y="2011680"/>
            <a:ext cx="2741400" cy="1186920"/>
          </a:xfrm>
          <a:prstGeom prst="rect">
            <a:avLst/>
          </a:prstGeom>
          <a:noFill/>
          <a:ln w="0">
            <a:noFill/>
          </a:ln>
        </p:spPr>
        <p:txBody>
          <a:bodyPr lIns="90000" rIns="90000" tIns="45000" bIns="45000" anchor="t">
            <a:noAutofit/>
          </a:bodyPr>
          <a:p>
            <a:pPr>
              <a:lnSpc>
                <a:spcPct val="100000"/>
              </a:lnSpc>
              <a:spcBef>
                <a:spcPts val="1440"/>
              </a:spcBef>
              <a:buNone/>
              <a:tabLst>
                <a:tab algn="l" pos="0"/>
              </a:tabLst>
            </a:pPr>
            <a:r>
              <a:rPr b="0" lang="en-US" sz="7200" spc="-1" strike="noStrike">
                <a:solidFill>
                  <a:srgbClr val="f5a623"/>
                </a:solidFill>
                <a:latin typeface="Fraunces SemiBold"/>
                <a:ea typeface="Fraunces SemiBold"/>
              </a:rPr>
              <a:t>01</a:t>
            </a:r>
            <a:endParaRPr b="0" lang="fr-FR" sz="7200" spc="-1" strike="noStrike">
              <a:latin typeface="Arial"/>
            </a:endParaRPr>
          </a:p>
        </p:txBody>
      </p:sp>
      <p:sp>
        <p:nvSpPr>
          <p:cNvPr id="187" name="PlaceHolder 2"/>
          <p:cNvSpPr>
            <a:spLocks noGrp="1"/>
          </p:cNvSpPr>
          <p:nvPr>
            <p:ph type="title"/>
          </p:nvPr>
        </p:nvSpPr>
        <p:spPr>
          <a:xfrm>
            <a:off x="640080" y="3200400"/>
            <a:ext cx="6581880" cy="1644120"/>
          </a:xfrm>
          <a:prstGeom prst="rect">
            <a:avLst/>
          </a:prstGeom>
          <a:noFill/>
          <a:ln w="0">
            <a:noFill/>
          </a:ln>
        </p:spPr>
        <p:txBody>
          <a:bodyPr lIns="90000" rIns="90000" tIns="45000" bIns="45000" anchor="t">
            <a:noAutofit/>
          </a:bodyPr>
          <a:p>
            <a:pPr>
              <a:lnSpc>
                <a:spcPct val="100000"/>
              </a:lnSpc>
              <a:buNone/>
              <a:tabLst>
                <a:tab algn="l" pos="0"/>
              </a:tabLst>
            </a:pPr>
            <a:r>
              <a:rPr b="0" lang="en-US" sz="4200" spc="-1" strike="noStrike">
                <a:solidFill>
                  <a:srgbClr val="f7f6f2"/>
                </a:solidFill>
                <a:latin typeface="Fraunces SemiBold"/>
                <a:ea typeface="Fraunces SemiBold"/>
              </a:rPr>
              <a:t>Stack, profilage, bronze</a:t>
            </a:r>
            <a:endParaRPr b="0" lang="fr-FR" sz="4200" spc="-1" strike="noStrike">
              <a:latin typeface="Arial"/>
            </a:endParaRPr>
          </a:p>
        </p:txBody>
      </p:sp>
      <p:sp>
        <p:nvSpPr>
          <p:cNvPr id="188" name="PlaceHolder 3"/>
          <p:cNvSpPr>
            <a:spLocks noGrp="1"/>
          </p:cNvSpPr>
          <p:nvPr>
            <p:ph type="sldNum" idx="10"/>
          </p:nvPr>
        </p:nvSpPr>
        <p:spPr>
          <a:xfrm>
            <a:off x="10820160" y="6309360"/>
            <a:ext cx="729720" cy="29088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4707F126-93DD-4444-9362-BFAF9927EE88}"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189" name="TextBox 25"/>
          <p:cNvSpPr/>
          <p:nvPr/>
        </p:nvSpPr>
        <p:spPr>
          <a:xfrm>
            <a:off x="640080" y="4892040"/>
            <a:ext cx="6399000" cy="838800"/>
          </a:xfrm>
          <a:prstGeom prst="rect">
            <a:avLst/>
          </a:prstGeom>
          <a:noFill/>
          <a:ln w="0">
            <a:noFill/>
          </a:ln>
        </p:spPr>
        <p:style>
          <a:lnRef idx="0"/>
          <a:fillRef idx="0"/>
          <a:effectRef idx="0"/>
          <a:fontRef idx="minor"/>
        </p:style>
        <p:txBody>
          <a:bodyPr lIns="0" rIns="0" tIns="0" bIns="0" anchor="t">
            <a:spAutoFit/>
          </a:bodyPr>
          <a:p>
            <a:pPr>
              <a:lnSpc>
                <a:spcPct val="115000"/>
              </a:lnSpc>
              <a:spcAft>
                <a:spcPts val="400"/>
              </a:spcAft>
              <a:buNone/>
            </a:pPr>
            <a:r>
              <a:rPr b="0" lang="fr-FR" sz="1600" spc="-1" strike="noStrike">
                <a:solidFill>
                  <a:srgbClr val="b8c0c8"/>
                </a:solidFill>
                <a:latin typeface="Inter"/>
                <a:ea typeface="DejaVu Sans"/>
              </a:rPr>
              <a:t>Séance 1 · Porte B · US-01 à 09. Inventaire des sources, bronze, réconciliation, profil de crm.client, dictionnaire du CIF, client actif.</a:t>
            </a:r>
            <a:endParaRPr b="0" lang="fr-FR" sz="1600" spc="-1" strike="noStrike">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0" name="PlaceHolder 1"/>
          <p:cNvSpPr>
            <a:spLocks noGrp="1"/>
          </p:cNvSpPr>
          <p:nvPr>
            <p:ph type="title"/>
          </p:nvPr>
        </p:nvSpPr>
        <p:spPr>
          <a:xfrm>
            <a:off x="640080" y="502920"/>
            <a:ext cx="10906920" cy="729720"/>
          </a:xfrm>
          <a:prstGeom prst="rect">
            <a:avLst/>
          </a:prstGeom>
          <a:noFill/>
          <a:ln w="0">
            <a:noFill/>
          </a:ln>
        </p:spPr>
        <p:txBody>
          <a:bodyPr lIns="0" rIns="0" tIns="0" bIns="0" anchor="t">
            <a:noAutofit/>
          </a:bodyPr>
          <a:p>
            <a:pPr>
              <a:lnSpc>
                <a:spcPct val="100000"/>
              </a:lnSpc>
              <a:buNone/>
              <a:tabLst>
                <a:tab algn="l" pos="0"/>
              </a:tabLst>
            </a:pPr>
            <a:r>
              <a:rPr b="0" lang="en-US" sz="2800" spc="-1" strike="noStrike">
                <a:solidFill>
                  <a:srgbClr val="f7f6f2"/>
                </a:solidFill>
                <a:latin typeface="Fraunces SemiBold"/>
                <a:ea typeface="Fraunces SemiBold"/>
              </a:rPr>
              <a:t>Inventaire des sources</a:t>
            </a:r>
            <a:endParaRPr b="0" lang="fr-FR" sz="2800" spc="-1" strike="noStrike">
              <a:latin typeface="Arial"/>
            </a:endParaRPr>
          </a:p>
        </p:txBody>
      </p:sp>
      <p:sp>
        <p:nvSpPr>
          <p:cNvPr id="191" name="PlaceHolder 2"/>
          <p:cNvSpPr>
            <a:spLocks noGrp="1"/>
          </p:cNvSpPr>
          <p:nvPr>
            <p:ph type="sldNum" idx="11"/>
          </p:nvPr>
        </p:nvSpPr>
        <p:spPr>
          <a:xfrm>
            <a:off x="10820160" y="6309360"/>
            <a:ext cx="729720" cy="29088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9FB15F4A-B452-49D1-A58A-CB2F3222C7C6}"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192" name="TextBox 25"/>
          <p:cNvSpPr/>
          <p:nvPr/>
        </p:nvSpPr>
        <p:spPr>
          <a:xfrm>
            <a:off x="640080" y="283680"/>
            <a:ext cx="8044920" cy="18000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88" strike="noStrike">
                <a:solidFill>
                  <a:srgbClr val="f5a623"/>
                </a:solidFill>
                <a:latin typeface="Inter"/>
                <a:ea typeface="DejaVu Sans"/>
              </a:rPr>
              <a:t>S1 · US-01</a:t>
            </a:r>
            <a:endParaRPr b="0" lang="fr-FR" sz="1100" spc="-1" strike="noStrike">
              <a:latin typeface="Arial"/>
            </a:endParaRPr>
          </a:p>
        </p:txBody>
      </p:sp>
      <p:sp>
        <p:nvSpPr>
          <p:cNvPr id="193" name="TextBox 26"/>
          <p:cNvSpPr/>
          <p:nvPr/>
        </p:nvSpPr>
        <p:spPr>
          <a:xfrm>
            <a:off x="6976800" y="291960"/>
            <a:ext cx="4570200" cy="163440"/>
          </a:xfrm>
          <a:prstGeom prst="rect">
            <a:avLst/>
          </a:prstGeom>
          <a:noFill/>
          <a:ln w="0">
            <a:noFill/>
          </a:ln>
        </p:spPr>
        <p:style>
          <a:lnRef idx="0"/>
          <a:fillRef idx="0"/>
          <a:effectRef idx="0"/>
          <a:fontRef idx="minor"/>
        </p:style>
        <p:txBody>
          <a:bodyPr lIns="0" rIns="0" tIns="0" bIns="0" anchor="ctr">
            <a:spAutoFit/>
          </a:bodyPr>
          <a:p>
            <a:pPr algn="r">
              <a:lnSpc>
                <a:spcPct val="108000"/>
              </a:lnSpc>
              <a:spcAft>
                <a:spcPts val="400"/>
              </a:spcAft>
              <a:buNone/>
            </a:pPr>
            <a:r>
              <a:rPr b="1" lang="fr-FR" sz="1000" spc="106" strike="noStrike">
                <a:solidFill>
                  <a:srgbClr val="0f9b8e"/>
                </a:solidFill>
                <a:latin typeface="Inter"/>
                <a:ea typeface="DejaVu Sans"/>
              </a:rPr>
              <a:t>CRITÈRE : PROFILAGE ET DIAGNOSTIC · 20 %</a:t>
            </a:r>
            <a:endParaRPr b="0" lang="fr-FR" sz="1000" spc="-1" strike="noStrike">
              <a:latin typeface="Arial"/>
            </a:endParaRPr>
          </a:p>
        </p:txBody>
      </p:sp>
      <p:sp>
        <p:nvSpPr>
          <p:cNvPr id="194" name="Attendu"/>
          <p:cNvSpPr/>
          <p:nvPr/>
        </p:nvSpPr>
        <p:spPr>
          <a:xfrm>
            <a:off x="640080" y="1325880"/>
            <a:ext cx="10906920" cy="106920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195" name="Attendu barre"/>
          <p:cNvSpPr/>
          <p:nvPr/>
        </p:nvSpPr>
        <p:spPr>
          <a:xfrm>
            <a:off x="640080" y="1325880"/>
            <a:ext cx="80640" cy="106920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196" name="Icône target" descr="Icône target"/>
          <p:cNvPicPr/>
          <p:nvPr/>
        </p:nvPicPr>
        <p:blipFill>
          <a:blip r:embed="rId1"/>
          <a:stretch/>
        </p:blipFill>
        <p:spPr>
          <a:xfrm>
            <a:off x="896040" y="1435680"/>
            <a:ext cx="272520" cy="272520"/>
          </a:xfrm>
          <a:prstGeom prst="rect">
            <a:avLst/>
          </a:prstGeom>
          <a:ln w="0">
            <a:noFill/>
          </a:ln>
        </p:spPr>
      </p:pic>
      <p:sp>
        <p:nvSpPr>
          <p:cNvPr id="197" name="TextBox 30"/>
          <p:cNvSpPr/>
          <p:nvPr/>
        </p:nvSpPr>
        <p:spPr>
          <a:xfrm>
            <a:off x="1261800" y="1473480"/>
            <a:ext cx="7313400" cy="19620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200" spc="126" strike="noStrike">
                <a:solidFill>
                  <a:srgbClr val="f5a623"/>
                </a:solidFill>
                <a:latin typeface="Inter"/>
                <a:ea typeface="DejaVu Sans"/>
              </a:rPr>
              <a:t>ATTENDU SUR CETTE PAGE</a:t>
            </a:r>
            <a:endParaRPr b="0" lang="fr-FR" sz="1200" spc="-1" strike="noStrike">
              <a:latin typeface="Arial"/>
            </a:endParaRPr>
          </a:p>
        </p:txBody>
      </p:sp>
      <p:sp>
        <p:nvSpPr>
          <p:cNvPr id="198" name="TextBox 31"/>
          <p:cNvSpPr/>
          <p:nvPr/>
        </p:nvSpPr>
        <p:spPr>
          <a:xfrm>
            <a:off x="914400" y="1783080"/>
            <a:ext cx="10358280" cy="465480"/>
          </a:xfrm>
          <a:prstGeom prst="rect">
            <a:avLst/>
          </a:prstGeom>
          <a:noFill/>
          <a:ln w="0">
            <a:noFill/>
          </a:ln>
        </p:spPr>
        <p:style>
          <a:lnRef idx="0"/>
          <a:fillRef idx="0"/>
          <a:effectRef idx="0"/>
          <a:fontRef idx="minor"/>
        </p:style>
        <p:txBody>
          <a:bodyPr lIns="0" rIns="0" tIns="0" bIns="0" anchor="t">
            <a:spAutoFit/>
          </a:bodyPr>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Les </a:t>
            </a:r>
            <a:r>
              <a:rPr b="1" lang="fr-FR" sz="1300" spc="-1" strike="noStrike">
                <a:solidFill>
                  <a:srgbClr val="f5a623"/>
                </a:solidFill>
                <a:latin typeface="Inter"/>
                <a:ea typeface="DejaVu Sans"/>
              </a:rPr>
              <a:t>sept tables</a:t>
            </a:r>
            <a:r>
              <a:rPr b="0" lang="fr-FR" sz="1300" spc="-1" strike="noStrike">
                <a:solidFill>
                  <a:srgbClr val="f7f6f2"/>
                </a:solidFill>
                <a:latin typeface="Inter"/>
                <a:ea typeface="DejaVu Sans"/>
              </a:rPr>
              <a:t> des deux sources, avec le </a:t>
            </a:r>
            <a:r>
              <a:rPr b="1" lang="fr-FR" sz="1300" spc="-1" strike="noStrike">
                <a:solidFill>
                  <a:srgbClr val="f5a623"/>
                </a:solidFill>
                <a:latin typeface="Inter"/>
                <a:ea typeface="DejaVu Sans"/>
              </a:rPr>
              <a:t>nombre de lignes</a:t>
            </a:r>
            <a:r>
              <a:rPr b="0" lang="fr-FR" sz="1300" spc="-1" strike="noStrike">
                <a:solidFill>
                  <a:srgbClr val="f7f6f2"/>
                </a:solidFill>
                <a:latin typeface="Inter"/>
                <a:ea typeface="DejaVu Sans"/>
              </a:rPr>
              <a:t> mesuré et la </a:t>
            </a:r>
            <a:r>
              <a:rPr b="1" lang="fr-FR" sz="1300" spc="-1" strike="noStrike">
                <a:solidFill>
                  <a:srgbClr val="f5a623"/>
                </a:solidFill>
                <a:latin typeface="Inter"/>
                <a:ea typeface="DejaVu Sans"/>
              </a:rPr>
              <a:t>clé primaire</a:t>
            </a:r>
            <a:r>
              <a:rPr b="0" lang="fr-FR" sz="1300" spc="-1" strike="noStrike">
                <a:solidFill>
                  <a:srgbClr val="f7f6f2"/>
                </a:solidFill>
                <a:latin typeface="Inter"/>
                <a:ea typeface="DejaVu Sans"/>
              </a:rPr>
              <a:t>.</a:t>
            </a:r>
            <a:endParaRPr b="0" lang="fr-FR" sz="1300" spc="-1" strike="noStrike">
              <a:latin typeface="Arial"/>
            </a:endParaRPr>
          </a:p>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Une </a:t>
            </a:r>
            <a:r>
              <a:rPr b="1" lang="fr-FR" sz="1300" spc="-1" strike="noStrike">
                <a:solidFill>
                  <a:srgbClr val="f5a623"/>
                </a:solidFill>
                <a:latin typeface="Inter"/>
                <a:ea typeface="DejaVu Sans"/>
              </a:rPr>
              <a:t>observation chiffrée</a:t>
            </a:r>
            <a:r>
              <a:rPr b="0" lang="fr-FR" sz="1300" spc="-1" strike="noStrike">
                <a:solidFill>
                  <a:srgbClr val="f7f6f2"/>
                </a:solidFill>
                <a:latin typeface="Inter"/>
                <a:ea typeface="DejaVu Sans"/>
              </a:rPr>
              <a:t> par table (nulls, doublons de clé, particularités).</a:t>
            </a:r>
            <a:endParaRPr b="0" lang="fr-FR" sz="1300" spc="-1" strike="noStrike">
              <a:latin typeface="Arial"/>
            </a:endParaRPr>
          </a:p>
        </p:txBody>
      </p:sp>
      <p:graphicFrame>
        <p:nvGraphicFramePr>
          <p:cNvPr id="199" name="Table 32"/>
          <p:cNvGraphicFramePr/>
          <p:nvPr/>
        </p:nvGraphicFramePr>
        <p:xfrm>
          <a:off x="640080" y="2579760"/>
          <a:ext cx="10908360" cy="2925720"/>
        </p:xfrm>
        <a:graphic>
          <a:graphicData uri="http://schemas.openxmlformats.org/drawingml/2006/table">
            <a:tbl>
              <a:tblPr/>
              <a:tblGrid>
                <a:gridCol w="1188720"/>
                <a:gridCol w="2011680"/>
                <a:gridCol w="1463040"/>
                <a:gridCol w="2194560"/>
                <a:gridCol w="4050720"/>
              </a:tblGrid>
              <a:tr h="365760">
                <a:tc>
                  <a:txBody>
                    <a:bodyPr lIns="73080" rIns="73080" anchor="ctr">
                      <a:noAutofit/>
                    </a:bodyPr>
                    <a:p>
                      <a:pPr>
                        <a:lnSpc>
                          <a:spcPct val="100000"/>
                        </a:lnSpc>
                        <a:buNone/>
                      </a:pPr>
                      <a:r>
                        <a:rPr b="1" lang="en-US" sz="1100" spc="46" strike="noStrike">
                          <a:solidFill>
                            <a:srgbClr val="f5a623"/>
                          </a:solidFill>
                          <a:latin typeface="Inter"/>
                        </a:rPr>
                        <a:t>Source</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100" spc="46" strike="noStrike">
                          <a:solidFill>
                            <a:srgbClr val="f5a623"/>
                          </a:solidFill>
                          <a:latin typeface="Inter"/>
                        </a:rPr>
                        <a:t>Table</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100" spc="46" strike="noStrike">
                          <a:solidFill>
                            <a:srgbClr val="f5a623"/>
                          </a:solidFill>
                          <a:latin typeface="Inter"/>
                        </a:rPr>
                        <a:t>Lignes</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100" spc="46" strike="noStrike">
                          <a:solidFill>
                            <a:srgbClr val="f5a623"/>
                          </a:solidFill>
                          <a:latin typeface="Inter"/>
                        </a:rPr>
                        <a:t>Clé primaire</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100" spc="46" strike="noStrike">
                          <a:solidFill>
                            <a:srgbClr val="f5a623"/>
                          </a:solidFill>
                          <a:latin typeface="Inter"/>
                        </a:rPr>
                        <a:t>Observation chiffrée</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r>
              <a:tr h="365760">
                <a:tc>
                  <a:txBody>
                    <a:bodyPr lIns="73080" rIns="73080" anchor="ctr">
                      <a:noAutofit/>
                    </a:bodyPr>
                    <a:p>
                      <a:pPr>
                        <a:lnSpc>
                          <a:spcPct val="100000"/>
                        </a:lnSpc>
                        <a:buNone/>
                      </a:pPr>
                      <a:r>
                        <a:rPr b="1" lang="en-US" sz="1200" spc="-1" strike="noStrike">
                          <a:solidFill>
                            <a:srgbClr val="f7f6f2"/>
                          </a:solidFill>
                          <a:latin typeface="Inter"/>
                        </a:rPr>
                        <a:t>crm</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200" spc="-1" strike="noStrike">
                          <a:solidFill>
                            <a:srgbClr val="f7f6f2"/>
                          </a:solidFill>
                          <a:latin typeface="Inter"/>
                        </a:rPr>
                        <a:t>client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200" spc="-1" strike="noStrike">
                          <a:solidFill>
                            <a:srgbClr val="f5a623"/>
                          </a:solidFill>
                          <a:latin typeface="Inter"/>
                        </a:rPr>
                        <a:t>100000</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client_id</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Nulls: 133918 | doublons de clé: 0</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65760">
                <a:tc>
                  <a:txBody>
                    <a:bodyPr lIns="73080" rIns="73080" anchor="ctr">
                      <a:noAutofit/>
                    </a:bodyPr>
                    <a:p>
                      <a:pPr>
                        <a:lnSpc>
                          <a:spcPct val="100000"/>
                        </a:lnSpc>
                        <a:buNone/>
                      </a:pPr>
                      <a:r>
                        <a:rPr b="1" lang="en-US" sz="1200" spc="-1" strike="noStrike">
                          <a:solidFill>
                            <a:srgbClr val="f7f6f2"/>
                          </a:solidFill>
                          <a:latin typeface="Inter"/>
                        </a:rPr>
                        <a:t>crm</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200" spc="-1" strike="noStrike">
                          <a:solidFill>
                            <a:srgbClr val="f7f6f2"/>
                          </a:solidFill>
                          <a:latin typeface="Inter"/>
                        </a:rPr>
                        <a:t>contrat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200" spc="-1" strike="noStrike">
                          <a:solidFill>
                            <a:srgbClr val="f5a623"/>
                          </a:solidFill>
                          <a:latin typeface="Inter"/>
                        </a:rPr>
                        <a:t>100000</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contrat_id</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Nulls: 7460 | doublons de clé: 0</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65760">
                <a:tc>
                  <a:txBody>
                    <a:bodyPr lIns="73080" rIns="73080" anchor="ctr">
                      <a:noAutofit/>
                    </a:bodyPr>
                    <a:p>
                      <a:pPr>
                        <a:lnSpc>
                          <a:spcPct val="100000"/>
                        </a:lnSpc>
                        <a:buNone/>
                      </a:pPr>
                      <a:r>
                        <a:rPr b="1" lang="en-US" sz="1200" spc="-1" strike="noStrike">
                          <a:solidFill>
                            <a:srgbClr val="f7f6f2"/>
                          </a:solidFill>
                          <a:latin typeface="Inter"/>
                        </a:rPr>
                        <a:t>crm</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200" spc="-1" strike="noStrike">
                          <a:solidFill>
                            <a:srgbClr val="f7f6f2"/>
                          </a:solidFill>
                          <a:latin typeface="Inter"/>
                        </a:rPr>
                        <a:t>sinistre</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200" spc="-1" strike="noStrike">
                          <a:solidFill>
                            <a:srgbClr val="f5a623"/>
                          </a:solidFill>
                          <a:latin typeface="Inter"/>
                        </a:rPr>
                        <a:t>100000</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sinistre_id</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Nulls: 0 | doublons de clé: 0</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65760">
                <a:tc>
                  <a:txBody>
                    <a:bodyPr lIns="73080" rIns="73080" anchor="ctr">
                      <a:noAutofit/>
                    </a:bodyPr>
                    <a:p>
                      <a:pPr>
                        <a:lnSpc>
                          <a:spcPct val="100000"/>
                        </a:lnSpc>
                        <a:buNone/>
                      </a:pPr>
                      <a:r>
                        <a:rPr b="1" lang="en-US" sz="1200" spc="-1" strike="noStrike">
                          <a:solidFill>
                            <a:srgbClr val="f7f6f2"/>
                          </a:solidFill>
                          <a:latin typeface="Inter"/>
                        </a:rPr>
                        <a:t>crm</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200" spc="-1" strike="noStrike">
                          <a:solidFill>
                            <a:srgbClr val="f7f6f2"/>
                          </a:solidFill>
                          <a:latin typeface="Inter"/>
                        </a:rPr>
                        <a:t>type_contrat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200" spc="-1" strike="noStrike">
                          <a:solidFill>
                            <a:srgbClr val="f5a623"/>
                          </a:solidFill>
                          <a:latin typeface="Inter"/>
                        </a:rPr>
                        <a:t>12</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code_type</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Nulls: 0 | doublons de clé: 0</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65760">
                <a:tc>
                  <a:txBody>
                    <a:bodyPr lIns="73080" rIns="73080" anchor="ctr">
                      <a:noAutofit/>
                    </a:bodyPr>
                    <a:p>
                      <a:pPr>
                        <a:lnSpc>
                          <a:spcPct val="100000"/>
                        </a:lnSpc>
                        <a:buNone/>
                      </a:pPr>
                      <a:r>
                        <a:rPr b="1" lang="en-US" sz="1200" spc="-1" strike="noStrike">
                          <a:solidFill>
                            <a:srgbClr val="f7f6f2"/>
                          </a:solidFill>
                          <a:latin typeface="Inter"/>
                        </a:rPr>
                        <a:t>cif</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200" spc="-1" strike="noStrike">
                          <a:solidFill>
                            <a:srgbClr val="f7f6f2"/>
                          </a:solidFill>
                          <a:latin typeface="Inter"/>
                        </a:rPr>
                        <a:t>clients</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200" spc="-1" strike="noStrike">
                          <a:solidFill>
                            <a:srgbClr val="f5a623"/>
                          </a:solidFill>
                          <a:latin typeface="Inter"/>
                        </a:rPr>
                        <a:t>40000</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column0</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Nulls: 26486 | doublons de clé: 0</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65760">
                <a:tc>
                  <a:txBody>
                    <a:bodyPr lIns="73080" rIns="73080" anchor="ctr">
                      <a:noAutofit/>
                    </a:bodyPr>
                    <a:p>
                      <a:pPr>
                        <a:lnSpc>
                          <a:spcPct val="100000"/>
                        </a:lnSpc>
                        <a:buNone/>
                      </a:pPr>
                      <a:r>
                        <a:rPr b="1" lang="en-US" sz="1200" spc="-1" strike="noStrike">
                          <a:solidFill>
                            <a:srgbClr val="f7f6f2"/>
                          </a:solidFill>
                          <a:latin typeface="Inter"/>
                        </a:rPr>
                        <a:t>cif</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200" spc="-1" strike="noStrike">
                          <a:solidFill>
                            <a:srgbClr val="f7f6f2"/>
                          </a:solidFill>
                          <a:latin typeface="Inter"/>
                        </a:rPr>
                        <a:t>compte</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200" spc="-1" strike="noStrike">
                          <a:solidFill>
                            <a:srgbClr val="f5a623"/>
                          </a:solidFill>
                          <a:latin typeface="Inter"/>
                        </a:rPr>
                        <a:t>45000</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column0</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Nulls: 0 | doublons de clé: 0</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65760">
                <a:tc>
                  <a:txBody>
                    <a:bodyPr lIns="73080" rIns="73080" anchor="ctr">
                      <a:noAutofit/>
                    </a:bodyPr>
                    <a:p>
                      <a:pPr>
                        <a:lnSpc>
                          <a:spcPct val="100000"/>
                        </a:lnSpc>
                        <a:buNone/>
                      </a:pPr>
                      <a:r>
                        <a:rPr b="1" lang="en-US" sz="1200" spc="-1" strike="noStrike">
                          <a:solidFill>
                            <a:srgbClr val="f7f6f2"/>
                          </a:solidFill>
                          <a:latin typeface="Inter"/>
                        </a:rPr>
                        <a:t>cif</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200" spc="-1" strike="noStrike">
                          <a:solidFill>
                            <a:srgbClr val="f7f6f2"/>
                          </a:solidFill>
                          <a:latin typeface="Inter"/>
                        </a:rPr>
                        <a:t>pays</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200" spc="-1" strike="noStrike">
                          <a:solidFill>
                            <a:srgbClr val="f5a623"/>
                          </a:solidFill>
                          <a:latin typeface="Inter"/>
                        </a:rPr>
                        <a:t>250</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code_pays</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Nulls: 0 | doublons de clé: 0</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bl>
          </a:graphicData>
        </a:graphic>
      </p:graphicFrame>
      <p:sp>
        <p:nvSpPr>
          <p:cNvPr id="200" name="TextBox 33"/>
          <p:cNvSpPr/>
          <p:nvPr/>
        </p:nvSpPr>
        <p:spPr>
          <a:xfrm>
            <a:off x="640080" y="5890320"/>
            <a:ext cx="10906920" cy="19620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0" lang="fr-FR" sz="1200" spc="-1" strike="noStrike">
                <a:solidFill>
                  <a:srgbClr val="b8c0c8"/>
                </a:solidFill>
                <a:latin typeface="Inter"/>
                <a:ea typeface="DejaVu Sans"/>
              </a:rPr>
              <a:t>Preuve (chemin du notebook, du fichier ou de la requête dans le dépôt) : </a:t>
            </a:r>
            <a:r>
              <a:rPr b="1" lang="fr-FR" sz="1200" spc="-1" strike="noStrike">
                <a:solidFill>
                  <a:srgbClr val="f5a623"/>
                </a:solidFill>
                <a:latin typeface="Inter"/>
                <a:ea typeface="DejaVu Sans"/>
              </a:rPr>
              <a:t>notebooks/S1_bronze_profilage.ipynb</a:t>
            </a:r>
            <a:endParaRPr b="0" lang="fr-FR" sz="1200" spc="-1" strike="noStrike">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1" name="PlaceHolder 1"/>
          <p:cNvSpPr>
            <a:spLocks noGrp="1"/>
          </p:cNvSpPr>
          <p:nvPr>
            <p:ph type="title"/>
          </p:nvPr>
        </p:nvSpPr>
        <p:spPr>
          <a:xfrm>
            <a:off x="640080" y="502920"/>
            <a:ext cx="10906920" cy="729720"/>
          </a:xfrm>
          <a:prstGeom prst="rect">
            <a:avLst/>
          </a:prstGeom>
          <a:noFill/>
          <a:ln w="0">
            <a:noFill/>
          </a:ln>
        </p:spPr>
        <p:txBody>
          <a:bodyPr lIns="0" rIns="0" tIns="0" bIns="0" anchor="t">
            <a:noAutofit/>
          </a:bodyPr>
          <a:p>
            <a:pPr>
              <a:lnSpc>
                <a:spcPct val="100000"/>
              </a:lnSpc>
              <a:buNone/>
              <a:tabLst>
                <a:tab algn="l" pos="0"/>
              </a:tabLst>
            </a:pPr>
            <a:r>
              <a:rPr b="0" lang="en-US" sz="2800" spc="-1" strike="noStrike">
                <a:solidFill>
                  <a:srgbClr val="f7f6f2"/>
                </a:solidFill>
                <a:latin typeface="Fraunces SemiBold"/>
                <a:ea typeface="Fraunces SemiBold"/>
              </a:rPr>
              <a:t>Bronze et porte B : la copie est-elle fidèle ?</a:t>
            </a:r>
            <a:endParaRPr b="0" lang="fr-FR" sz="2800" spc="-1" strike="noStrike">
              <a:latin typeface="Arial"/>
            </a:endParaRPr>
          </a:p>
        </p:txBody>
      </p:sp>
      <p:sp>
        <p:nvSpPr>
          <p:cNvPr id="202" name="PlaceHolder 2"/>
          <p:cNvSpPr>
            <a:spLocks noGrp="1"/>
          </p:cNvSpPr>
          <p:nvPr>
            <p:ph type="sldNum" idx="12"/>
          </p:nvPr>
        </p:nvSpPr>
        <p:spPr>
          <a:xfrm>
            <a:off x="10820160" y="6309360"/>
            <a:ext cx="729720" cy="29088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59359BD7-D125-4528-8AAE-1425969CF1E0}"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203" name="TextBox 25"/>
          <p:cNvSpPr/>
          <p:nvPr/>
        </p:nvSpPr>
        <p:spPr>
          <a:xfrm>
            <a:off x="640080" y="283680"/>
            <a:ext cx="8044920" cy="18000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88" strike="noStrike">
                <a:solidFill>
                  <a:srgbClr val="f5a623"/>
                </a:solidFill>
                <a:latin typeface="Inter"/>
                <a:ea typeface="DejaVu Sans"/>
              </a:rPr>
              <a:t>S1 · US-02, 03</a:t>
            </a:r>
            <a:endParaRPr b="0" lang="fr-FR" sz="1100" spc="-1" strike="noStrike">
              <a:latin typeface="Arial"/>
            </a:endParaRPr>
          </a:p>
        </p:txBody>
      </p:sp>
      <p:sp>
        <p:nvSpPr>
          <p:cNvPr id="204" name="TextBox 26"/>
          <p:cNvSpPr/>
          <p:nvPr/>
        </p:nvSpPr>
        <p:spPr>
          <a:xfrm>
            <a:off x="6976800" y="291960"/>
            <a:ext cx="4570200" cy="163440"/>
          </a:xfrm>
          <a:prstGeom prst="rect">
            <a:avLst/>
          </a:prstGeom>
          <a:noFill/>
          <a:ln w="0">
            <a:noFill/>
          </a:ln>
        </p:spPr>
        <p:style>
          <a:lnRef idx="0"/>
          <a:fillRef idx="0"/>
          <a:effectRef idx="0"/>
          <a:fontRef idx="minor"/>
        </p:style>
        <p:txBody>
          <a:bodyPr lIns="0" rIns="0" tIns="0" bIns="0" anchor="ctr">
            <a:spAutoFit/>
          </a:bodyPr>
          <a:p>
            <a:pPr algn="r">
              <a:lnSpc>
                <a:spcPct val="108000"/>
              </a:lnSpc>
              <a:spcAft>
                <a:spcPts val="400"/>
              </a:spcAft>
              <a:buNone/>
            </a:pPr>
            <a:r>
              <a:rPr b="1" lang="fr-FR" sz="1000" spc="106" strike="noStrike">
                <a:solidFill>
                  <a:srgbClr val="0f9b8e"/>
                </a:solidFill>
                <a:latin typeface="Inter"/>
                <a:ea typeface="DejaVu Sans"/>
              </a:rPr>
              <a:t>CRITÈRE : PROFILAGE ET DIAGNOSTIC · 20 %</a:t>
            </a:r>
            <a:endParaRPr b="0" lang="fr-FR" sz="1000" spc="-1" strike="noStrike">
              <a:latin typeface="Arial"/>
            </a:endParaRPr>
          </a:p>
        </p:txBody>
      </p:sp>
      <p:sp>
        <p:nvSpPr>
          <p:cNvPr id="205" name="Attendu"/>
          <p:cNvSpPr/>
          <p:nvPr/>
        </p:nvSpPr>
        <p:spPr>
          <a:xfrm>
            <a:off x="640080" y="1325880"/>
            <a:ext cx="10906920" cy="106920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206" name="Attendu barre"/>
          <p:cNvSpPr/>
          <p:nvPr/>
        </p:nvSpPr>
        <p:spPr>
          <a:xfrm>
            <a:off x="640080" y="1325880"/>
            <a:ext cx="80640" cy="106920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207" name="Icône target" descr="Icône target"/>
          <p:cNvPicPr/>
          <p:nvPr/>
        </p:nvPicPr>
        <p:blipFill>
          <a:blip r:embed="rId1"/>
          <a:stretch/>
        </p:blipFill>
        <p:spPr>
          <a:xfrm>
            <a:off x="896040" y="1435680"/>
            <a:ext cx="272520" cy="272520"/>
          </a:xfrm>
          <a:prstGeom prst="rect">
            <a:avLst/>
          </a:prstGeom>
          <a:ln w="0">
            <a:noFill/>
          </a:ln>
        </p:spPr>
      </p:pic>
      <p:sp>
        <p:nvSpPr>
          <p:cNvPr id="208" name="TextBox 30"/>
          <p:cNvSpPr/>
          <p:nvPr/>
        </p:nvSpPr>
        <p:spPr>
          <a:xfrm>
            <a:off x="1261800" y="1473480"/>
            <a:ext cx="7313400" cy="19620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200" spc="126" strike="noStrike">
                <a:solidFill>
                  <a:srgbClr val="f5a623"/>
                </a:solidFill>
                <a:latin typeface="Inter"/>
                <a:ea typeface="DejaVu Sans"/>
              </a:rPr>
              <a:t>ATTENDU SUR CETTE PAGE</a:t>
            </a:r>
            <a:endParaRPr b="0" lang="fr-FR" sz="1200" spc="-1" strike="noStrike">
              <a:latin typeface="Arial"/>
            </a:endParaRPr>
          </a:p>
        </p:txBody>
      </p:sp>
      <p:sp>
        <p:nvSpPr>
          <p:cNvPr id="209" name="TextBox 31"/>
          <p:cNvSpPr/>
          <p:nvPr/>
        </p:nvSpPr>
        <p:spPr>
          <a:xfrm>
            <a:off x="914400" y="1783080"/>
            <a:ext cx="10358280" cy="465480"/>
          </a:xfrm>
          <a:prstGeom prst="rect">
            <a:avLst/>
          </a:prstGeom>
          <a:noFill/>
          <a:ln w="0">
            <a:noFill/>
          </a:ln>
        </p:spPr>
        <p:style>
          <a:lnRef idx="0"/>
          <a:fillRef idx="0"/>
          <a:effectRef idx="0"/>
          <a:fontRef idx="minor"/>
        </p:style>
        <p:txBody>
          <a:bodyPr lIns="0" rIns="0" tIns="0" bIns="0" anchor="t">
            <a:spAutoFit/>
          </a:bodyPr>
          <a:p>
            <a:pPr marL="182880" indent="-182880">
              <a:lnSpc>
                <a:spcPct val="108000"/>
              </a:lnSpc>
              <a:spcAft>
                <a:spcPts val="300"/>
              </a:spcAft>
              <a:buClr>
                <a:srgbClr val="f5a623"/>
              </a:buClr>
              <a:buFont typeface="Symbol"/>
              <a:buChar char=""/>
            </a:pPr>
            <a:r>
              <a:rPr b="1" lang="fr-FR" sz="1300" spc="-1" strike="noStrike">
                <a:solidFill>
                  <a:srgbClr val="f5a623"/>
                </a:solidFill>
                <a:latin typeface="Inter"/>
                <a:ea typeface="DejaVu Sans"/>
              </a:rPr>
              <a:t>RQ-021</a:t>
            </a:r>
            <a:r>
              <a:rPr b="0" lang="fr-FR" sz="1300" spc="-1" strike="noStrike">
                <a:solidFill>
                  <a:srgbClr val="f7f6f2"/>
                </a:solidFill>
                <a:latin typeface="Inter"/>
                <a:ea typeface="DejaVu Sans"/>
              </a:rPr>
              <a:t> (comptage) et </a:t>
            </a:r>
            <a:r>
              <a:rPr b="1" lang="fr-FR" sz="1300" spc="-1" strike="noStrike">
                <a:solidFill>
                  <a:srgbClr val="f5a623"/>
                </a:solidFill>
                <a:latin typeface="Inter"/>
                <a:ea typeface="DejaVu Sans"/>
              </a:rPr>
              <a:t>RQ-022</a:t>
            </a:r>
            <a:r>
              <a:rPr b="0" lang="fr-FR" sz="1300" spc="-1" strike="noStrike">
                <a:solidFill>
                  <a:srgbClr val="f7f6f2"/>
                </a:solidFill>
                <a:latin typeface="Inter"/>
                <a:ea typeface="DejaVu Sans"/>
              </a:rPr>
              <a:t> (somme de contrôle) mesurées </a:t>
            </a:r>
            <a:r>
              <a:rPr b="1" lang="fr-FR" sz="1300" spc="-1" strike="noStrike">
                <a:solidFill>
                  <a:srgbClr val="f5a623"/>
                </a:solidFill>
                <a:latin typeface="Inter"/>
                <a:ea typeface="DejaVu Sans"/>
              </a:rPr>
              <a:t>table par table</a:t>
            </a:r>
            <a:r>
              <a:rPr b="0" lang="fr-FR" sz="1300" spc="-1" strike="noStrike">
                <a:solidFill>
                  <a:srgbClr val="f7f6f2"/>
                </a:solidFill>
                <a:latin typeface="Inter"/>
                <a:ea typeface="DejaVu Sans"/>
              </a:rPr>
              <a:t>, même quand l'écart est nul.</a:t>
            </a:r>
            <a:endParaRPr b="0" lang="fr-FR" sz="1300" spc="-1" strike="noStrike">
              <a:latin typeface="Arial"/>
            </a:endParaRPr>
          </a:p>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Chaque ligne bronze porte ses </a:t>
            </a:r>
            <a:r>
              <a:rPr b="1" lang="fr-FR" sz="1300" spc="-1" strike="noStrike">
                <a:solidFill>
                  <a:srgbClr val="f5a623"/>
                </a:solidFill>
                <a:latin typeface="Inter"/>
                <a:ea typeface="DejaVu Sans"/>
              </a:rPr>
              <a:t>quatre métadonnées</a:t>
            </a:r>
            <a:r>
              <a:rPr b="0" lang="fr-FR" sz="1300" spc="-1" strike="noStrike">
                <a:solidFill>
                  <a:srgbClr val="f7f6f2"/>
                </a:solidFill>
                <a:latin typeface="Inter"/>
                <a:ea typeface="DejaVu Sans"/>
              </a:rPr>
              <a:t> (lot, source, horodatage, empreinte de ligne).</a:t>
            </a:r>
            <a:endParaRPr b="0" lang="fr-FR" sz="1300" spc="-1" strike="noStrike">
              <a:latin typeface="Arial"/>
            </a:endParaRPr>
          </a:p>
        </p:txBody>
      </p:sp>
      <p:graphicFrame>
        <p:nvGraphicFramePr>
          <p:cNvPr id="210" name="Table 32"/>
          <p:cNvGraphicFramePr/>
          <p:nvPr/>
        </p:nvGraphicFramePr>
        <p:xfrm>
          <a:off x="640080" y="2579760"/>
          <a:ext cx="10908360" cy="2925720"/>
        </p:xfrm>
        <a:graphic>
          <a:graphicData uri="http://schemas.openxmlformats.org/drawingml/2006/table">
            <a:tbl>
              <a:tblPr/>
              <a:tblGrid>
                <a:gridCol w="2651760"/>
                <a:gridCol w="1828800"/>
                <a:gridCol w="1828800"/>
                <a:gridCol w="2194560"/>
                <a:gridCol w="2404800"/>
              </a:tblGrid>
              <a:tr h="365760">
                <a:tc>
                  <a:txBody>
                    <a:bodyPr lIns="73080" rIns="73080" anchor="ctr">
                      <a:noAutofit/>
                    </a:bodyPr>
                    <a:p>
                      <a:pPr>
                        <a:lnSpc>
                          <a:spcPct val="100000"/>
                        </a:lnSpc>
                        <a:buNone/>
                      </a:pPr>
                      <a:r>
                        <a:rPr b="1" lang="en-US" sz="1100" spc="46" strike="noStrike">
                          <a:solidFill>
                            <a:srgbClr val="f5a623"/>
                          </a:solidFill>
                          <a:latin typeface="Inter"/>
                        </a:rPr>
                        <a:t>Table bronze</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100" spc="46" strike="noStrike">
                          <a:solidFill>
                            <a:srgbClr val="f5a623"/>
                          </a:solidFill>
                          <a:latin typeface="Inter"/>
                        </a:rPr>
                        <a:t>Lignes source</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100" spc="46" strike="noStrike">
                          <a:solidFill>
                            <a:srgbClr val="f5a623"/>
                          </a:solidFill>
                          <a:latin typeface="Inter"/>
                        </a:rPr>
                        <a:t>Lignes bronze</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100" spc="46" strike="noStrike">
                          <a:solidFill>
                            <a:srgbClr val="f5a623"/>
                          </a:solidFill>
                          <a:latin typeface="Inter"/>
                        </a:rPr>
                        <a:t>Écart de comptage</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100" spc="46" strike="noStrike">
                          <a:solidFill>
                            <a:srgbClr val="f5a623"/>
                          </a:solidFill>
                          <a:latin typeface="Inter"/>
                        </a:rPr>
                        <a:t>Écart de somme de contrôle</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r>
              <a:tr h="365760">
                <a:tc>
                  <a:txBody>
                    <a:bodyPr lIns="73080" rIns="73080" anchor="ctr">
                      <a:noAutofit/>
                    </a:bodyPr>
                    <a:p>
                      <a:pPr>
                        <a:lnSpc>
                          <a:spcPct val="100000"/>
                        </a:lnSpc>
                        <a:buNone/>
                      </a:pPr>
                      <a:r>
                        <a:rPr b="1" lang="en-US" sz="1200" spc="-1" strike="noStrike">
                          <a:solidFill>
                            <a:srgbClr val="f7f6f2"/>
                          </a:solidFill>
                          <a:latin typeface="Inter"/>
                        </a:rPr>
                        <a:t>crm_client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200" spc="-1" strike="noStrike">
                          <a:solidFill>
                            <a:srgbClr val="f5a623"/>
                          </a:solidFill>
                          <a:latin typeface="Inter"/>
                        </a:rPr>
                        <a:t>100000</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100000</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0</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100%</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65760">
                <a:tc>
                  <a:txBody>
                    <a:bodyPr lIns="73080" rIns="73080" anchor="ctr">
                      <a:noAutofit/>
                    </a:bodyPr>
                    <a:p>
                      <a:pPr>
                        <a:lnSpc>
                          <a:spcPct val="100000"/>
                        </a:lnSpc>
                        <a:buNone/>
                      </a:pPr>
                      <a:r>
                        <a:rPr b="1" lang="en-US" sz="1200" spc="-1" strike="noStrike">
                          <a:solidFill>
                            <a:srgbClr val="f7f6f2"/>
                          </a:solidFill>
                          <a:latin typeface="Inter"/>
                        </a:rPr>
                        <a:t>crm_contrat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200" spc="-1" strike="noStrike">
                          <a:solidFill>
                            <a:srgbClr val="f5a623"/>
                          </a:solidFill>
                          <a:latin typeface="Inter"/>
                        </a:rPr>
                        <a:t>100000</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100000</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ea typeface="Microsoft YaHei"/>
                        </a:rPr>
                        <a:t>0</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100%</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65760">
                <a:tc>
                  <a:txBody>
                    <a:bodyPr lIns="73080" rIns="73080" anchor="ctr">
                      <a:noAutofit/>
                    </a:bodyPr>
                    <a:p>
                      <a:pPr>
                        <a:lnSpc>
                          <a:spcPct val="100000"/>
                        </a:lnSpc>
                        <a:buNone/>
                      </a:pPr>
                      <a:r>
                        <a:rPr b="1" lang="en-US" sz="1200" spc="-1" strike="noStrike">
                          <a:solidFill>
                            <a:srgbClr val="f7f6f2"/>
                          </a:solidFill>
                          <a:latin typeface="Inter"/>
                        </a:rPr>
                        <a:t>crm_sinistre</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200" spc="-1" strike="noStrike">
                          <a:solidFill>
                            <a:srgbClr val="f5a623"/>
                          </a:solidFill>
                          <a:latin typeface="Inter"/>
                        </a:rPr>
                        <a:t>100000</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100000</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0</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100%</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65760">
                <a:tc>
                  <a:txBody>
                    <a:bodyPr lIns="73080" rIns="73080" anchor="ctr">
                      <a:noAutofit/>
                    </a:bodyPr>
                    <a:p>
                      <a:pPr>
                        <a:lnSpc>
                          <a:spcPct val="100000"/>
                        </a:lnSpc>
                        <a:buNone/>
                      </a:pPr>
                      <a:r>
                        <a:rPr b="1" lang="en-US" sz="1200" spc="-1" strike="noStrike">
                          <a:solidFill>
                            <a:srgbClr val="f7f6f2"/>
                          </a:solidFill>
                          <a:latin typeface="Inter"/>
                        </a:rPr>
                        <a:t>crm_type_contrat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200" spc="-1" strike="noStrike">
                          <a:solidFill>
                            <a:srgbClr val="f5a623"/>
                          </a:solidFill>
                          <a:latin typeface="Inter"/>
                        </a:rPr>
                        <a:t>12</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12</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0</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100%</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65760">
                <a:tc>
                  <a:txBody>
                    <a:bodyPr lIns="73080" rIns="73080" anchor="ctr">
                      <a:noAutofit/>
                    </a:bodyPr>
                    <a:p>
                      <a:pPr>
                        <a:lnSpc>
                          <a:spcPct val="100000"/>
                        </a:lnSpc>
                        <a:buNone/>
                      </a:pPr>
                      <a:r>
                        <a:rPr b="1" lang="en-US" sz="1200" spc="-1" strike="noStrike">
                          <a:solidFill>
                            <a:srgbClr val="f7f6f2"/>
                          </a:solidFill>
                          <a:latin typeface="Inter"/>
                        </a:rPr>
                        <a:t>cif_clients</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200" spc="-1" strike="noStrike">
                          <a:solidFill>
                            <a:srgbClr val="f5a623"/>
                          </a:solidFill>
                          <a:latin typeface="Inter"/>
                        </a:rPr>
                        <a:t>40000</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40000</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0</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100%</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65760">
                <a:tc>
                  <a:txBody>
                    <a:bodyPr lIns="73080" rIns="73080" anchor="ctr">
                      <a:noAutofit/>
                    </a:bodyPr>
                    <a:p>
                      <a:pPr>
                        <a:lnSpc>
                          <a:spcPct val="100000"/>
                        </a:lnSpc>
                        <a:buNone/>
                      </a:pPr>
                      <a:r>
                        <a:rPr b="1" lang="en-US" sz="1200" spc="-1" strike="noStrike">
                          <a:solidFill>
                            <a:srgbClr val="f7f6f2"/>
                          </a:solidFill>
                          <a:latin typeface="Inter"/>
                        </a:rPr>
                        <a:t>cif_compte</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200" spc="-1" strike="noStrike">
                          <a:solidFill>
                            <a:srgbClr val="f5a623"/>
                          </a:solidFill>
                          <a:latin typeface="Inter"/>
                        </a:rPr>
                        <a:t>45000</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45000</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0</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100%</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65760">
                <a:tc>
                  <a:txBody>
                    <a:bodyPr lIns="73080" rIns="73080" anchor="ctr">
                      <a:noAutofit/>
                    </a:bodyPr>
                    <a:p>
                      <a:pPr>
                        <a:lnSpc>
                          <a:spcPct val="100000"/>
                        </a:lnSpc>
                        <a:buNone/>
                      </a:pPr>
                      <a:r>
                        <a:rPr b="1" lang="en-US" sz="1200" spc="-1" strike="noStrike">
                          <a:solidFill>
                            <a:srgbClr val="f7f6f2"/>
                          </a:solidFill>
                          <a:latin typeface="Inter"/>
                        </a:rPr>
                        <a:t>cif_pays</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200" spc="-1" strike="noStrike">
                          <a:solidFill>
                            <a:srgbClr val="f5a623"/>
                          </a:solidFill>
                          <a:latin typeface="Inter"/>
                        </a:rPr>
                        <a:t>250</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250</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0</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100%</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bl>
          </a:graphicData>
        </a:graphic>
      </p:graphicFrame>
      <p:sp>
        <p:nvSpPr>
          <p:cNvPr id="211" name="TextBox 33"/>
          <p:cNvSpPr/>
          <p:nvPr/>
        </p:nvSpPr>
        <p:spPr>
          <a:xfrm>
            <a:off x="640080" y="5890320"/>
            <a:ext cx="10906920" cy="19620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0" lang="fr-FR" sz="1200" spc="-1" strike="noStrike">
                <a:solidFill>
                  <a:srgbClr val="b8c0c8"/>
                </a:solidFill>
                <a:latin typeface="Inter"/>
                <a:ea typeface="DejaVu Sans"/>
              </a:rPr>
              <a:t>Preuve (chemin du notebook, du fichier ou de la requête dans le dépôt) : </a:t>
            </a:r>
            <a:r>
              <a:rPr b="1" lang="fr-FR" sz="1200" spc="-1" strike="noStrike">
                <a:solidFill>
                  <a:srgbClr val="f5a623"/>
                </a:solidFill>
                <a:latin typeface="Inter"/>
                <a:ea typeface="DejaVu Sans"/>
              </a:rPr>
              <a:t>notebooks/S1_bronze_profilage.ipynb</a:t>
            </a:r>
            <a:endParaRPr b="0" lang="fr-FR" sz="1200" spc="-1" strike="noStrike">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2" name="PlaceHolder 1"/>
          <p:cNvSpPr>
            <a:spLocks noGrp="1"/>
          </p:cNvSpPr>
          <p:nvPr>
            <p:ph type="title"/>
          </p:nvPr>
        </p:nvSpPr>
        <p:spPr>
          <a:xfrm>
            <a:off x="640080" y="502920"/>
            <a:ext cx="10906920" cy="729720"/>
          </a:xfrm>
          <a:prstGeom prst="rect">
            <a:avLst/>
          </a:prstGeom>
          <a:noFill/>
          <a:ln w="0">
            <a:noFill/>
          </a:ln>
        </p:spPr>
        <p:txBody>
          <a:bodyPr lIns="0" rIns="0" tIns="0" bIns="0" anchor="t">
            <a:noAutofit/>
          </a:bodyPr>
          <a:p>
            <a:pPr>
              <a:lnSpc>
                <a:spcPct val="100000"/>
              </a:lnSpc>
              <a:buNone/>
              <a:tabLst>
                <a:tab algn="l" pos="0"/>
              </a:tabLst>
            </a:pPr>
            <a:r>
              <a:rPr b="0" lang="en-US" sz="2800" spc="-1" strike="noStrike">
                <a:solidFill>
                  <a:srgbClr val="f7f6f2"/>
                </a:solidFill>
                <a:latin typeface="Fraunces SemiBold"/>
                <a:ea typeface="Fraunces SemiBold"/>
              </a:rPr>
              <a:t>Épreuves de la porte B et méthode d'ingestion</a:t>
            </a:r>
            <a:endParaRPr b="0" lang="fr-FR" sz="2800" spc="-1" strike="noStrike">
              <a:latin typeface="Arial"/>
            </a:endParaRPr>
          </a:p>
        </p:txBody>
      </p:sp>
      <p:sp>
        <p:nvSpPr>
          <p:cNvPr id="213" name="PlaceHolder 2"/>
          <p:cNvSpPr>
            <a:spLocks noGrp="1"/>
          </p:cNvSpPr>
          <p:nvPr>
            <p:ph type="sldNum" idx="13"/>
          </p:nvPr>
        </p:nvSpPr>
        <p:spPr>
          <a:xfrm>
            <a:off x="10820160" y="6309360"/>
            <a:ext cx="729720" cy="29088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25E33BA0-A361-4F41-AE9C-2994198DA248}"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214" name="TextBox 25"/>
          <p:cNvSpPr/>
          <p:nvPr/>
        </p:nvSpPr>
        <p:spPr>
          <a:xfrm>
            <a:off x="640080" y="283680"/>
            <a:ext cx="8044920" cy="18000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88" strike="noStrike">
                <a:solidFill>
                  <a:srgbClr val="f5a623"/>
                </a:solidFill>
                <a:latin typeface="Inter"/>
                <a:ea typeface="DejaVu Sans"/>
              </a:rPr>
              <a:t>S1 · US-02, 03</a:t>
            </a:r>
            <a:endParaRPr b="0" lang="fr-FR" sz="1100" spc="-1" strike="noStrike">
              <a:latin typeface="Arial"/>
            </a:endParaRPr>
          </a:p>
        </p:txBody>
      </p:sp>
      <p:sp>
        <p:nvSpPr>
          <p:cNvPr id="215" name="TextBox 26"/>
          <p:cNvSpPr/>
          <p:nvPr/>
        </p:nvSpPr>
        <p:spPr>
          <a:xfrm>
            <a:off x="6976800" y="291960"/>
            <a:ext cx="4570200" cy="163440"/>
          </a:xfrm>
          <a:prstGeom prst="rect">
            <a:avLst/>
          </a:prstGeom>
          <a:noFill/>
          <a:ln w="0">
            <a:noFill/>
          </a:ln>
        </p:spPr>
        <p:style>
          <a:lnRef idx="0"/>
          <a:fillRef idx="0"/>
          <a:effectRef idx="0"/>
          <a:fontRef idx="minor"/>
        </p:style>
        <p:txBody>
          <a:bodyPr lIns="0" rIns="0" tIns="0" bIns="0" anchor="ctr">
            <a:spAutoFit/>
          </a:bodyPr>
          <a:p>
            <a:pPr algn="r">
              <a:lnSpc>
                <a:spcPct val="108000"/>
              </a:lnSpc>
              <a:spcAft>
                <a:spcPts val="400"/>
              </a:spcAft>
              <a:buNone/>
            </a:pPr>
            <a:r>
              <a:rPr b="1" lang="fr-FR" sz="1000" spc="106" strike="noStrike">
                <a:solidFill>
                  <a:srgbClr val="0f9b8e"/>
                </a:solidFill>
                <a:latin typeface="Inter"/>
                <a:ea typeface="DejaVu Sans"/>
              </a:rPr>
              <a:t>CRITÈRE : PROFILAGE ET DIAGNOSTIC · 20 %</a:t>
            </a:r>
            <a:endParaRPr b="0" lang="fr-FR" sz="1000" spc="-1" strike="noStrike">
              <a:latin typeface="Arial"/>
            </a:endParaRPr>
          </a:p>
        </p:txBody>
      </p:sp>
      <p:sp>
        <p:nvSpPr>
          <p:cNvPr id="216" name="Attendu"/>
          <p:cNvSpPr/>
          <p:nvPr/>
        </p:nvSpPr>
        <p:spPr>
          <a:xfrm>
            <a:off x="640080" y="1325880"/>
            <a:ext cx="10906920" cy="106920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217" name="Attendu barre"/>
          <p:cNvSpPr/>
          <p:nvPr/>
        </p:nvSpPr>
        <p:spPr>
          <a:xfrm>
            <a:off x="640080" y="1325880"/>
            <a:ext cx="80640" cy="106920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218" name="Icône target" descr="Icône target"/>
          <p:cNvPicPr/>
          <p:nvPr/>
        </p:nvPicPr>
        <p:blipFill>
          <a:blip r:embed="rId1"/>
          <a:stretch/>
        </p:blipFill>
        <p:spPr>
          <a:xfrm>
            <a:off x="896040" y="1435680"/>
            <a:ext cx="272520" cy="272520"/>
          </a:xfrm>
          <a:prstGeom prst="rect">
            <a:avLst/>
          </a:prstGeom>
          <a:ln w="0">
            <a:noFill/>
          </a:ln>
        </p:spPr>
      </p:pic>
      <p:sp>
        <p:nvSpPr>
          <p:cNvPr id="219" name="TextBox 30"/>
          <p:cNvSpPr/>
          <p:nvPr/>
        </p:nvSpPr>
        <p:spPr>
          <a:xfrm>
            <a:off x="1261800" y="1473480"/>
            <a:ext cx="7313400" cy="19620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200" spc="126" strike="noStrike">
                <a:solidFill>
                  <a:srgbClr val="f5a623"/>
                </a:solidFill>
                <a:latin typeface="Inter"/>
                <a:ea typeface="DejaVu Sans"/>
              </a:rPr>
              <a:t>ATTENDU SUR CETTE PAGE</a:t>
            </a:r>
            <a:endParaRPr b="0" lang="fr-FR" sz="1200" spc="-1" strike="noStrike">
              <a:latin typeface="Arial"/>
            </a:endParaRPr>
          </a:p>
        </p:txBody>
      </p:sp>
      <p:sp>
        <p:nvSpPr>
          <p:cNvPr id="220" name="TextBox 31"/>
          <p:cNvSpPr/>
          <p:nvPr/>
        </p:nvSpPr>
        <p:spPr>
          <a:xfrm>
            <a:off x="914400" y="1783080"/>
            <a:ext cx="10358280" cy="465480"/>
          </a:xfrm>
          <a:prstGeom prst="rect">
            <a:avLst/>
          </a:prstGeom>
          <a:noFill/>
          <a:ln w="0">
            <a:noFill/>
          </a:ln>
        </p:spPr>
        <p:style>
          <a:lnRef idx="0"/>
          <a:fillRef idx="0"/>
          <a:effectRef idx="0"/>
          <a:fontRef idx="minor"/>
        </p:style>
        <p:txBody>
          <a:bodyPr lIns="0" rIns="0" tIns="0" bIns="0" anchor="t">
            <a:spAutoFit/>
          </a:bodyPr>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Les </a:t>
            </a:r>
            <a:r>
              <a:rPr b="1" lang="fr-FR" sz="1300" spc="-1" strike="noStrike">
                <a:solidFill>
                  <a:srgbClr val="f5a623"/>
                </a:solidFill>
                <a:latin typeface="Inter"/>
                <a:ea typeface="DejaVu Sans"/>
              </a:rPr>
              <a:t>trois épreuves</a:t>
            </a:r>
            <a:r>
              <a:rPr b="0" lang="fr-FR" sz="1300" spc="-1" strike="noStrike">
                <a:solidFill>
                  <a:srgbClr val="f7f6f2"/>
                </a:solidFill>
                <a:latin typeface="Inter"/>
                <a:ea typeface="DejaVu Sans"/>
              </a:rPr>
              <a:t> documentées, chacune avec son </a:t>
            </a:r>
            <a:r>
              <a:rPr b="1" lang="fr-FR" sz="1300" spc="-1" strike="noStrike">
                <a:solidFill>
                  <a:srgbClr val="f5a623"/>
                </a:solidFill>
                <a:latin typeface="Inter"/>
                <a:ea typeface="DejaVu Sans"/>
              </a:rPr>
              <a:t>résultat obtenu</a:t>
            </a:r>
            <a:r>
              <a:rPr b="0" lang="fr-FR" sz="1300" spc="-1" strike="noStrike">
                <a:solidFill>
                  <a:srgbClr val="f7f6f2"/>
                </a:solidFill>
                <a:latin typeface="Inter"/>
                <a:ea typeface="DejaVu Sans"/>
              </a:rPr>
              <a:t> et sa </a:t>
            </a:r>
            <a:r>
              <a:rPr b="1" lang="fr-FR" sz="1300" spc="-1" strike="noStrike">
                <a:solidFill>
                  <a:srgbClr val="f5a623"/>
                </a:solidFill>
                <a:latin typeface="Inter"/>
                <a:ea typeface="DejaVu Sans"/>
              </a:rPr>
              <a:t>preuve</a:t>
            </a:r>
            <a:r>
              <a:rPr b="0" lang="fr-FR" sz="1300" spc="-1" strike="noStrike">
                <a:solidFill>
                  <a:srgbClr val="f7f6f2"/>
                </a:solidFill>
                <a:latin typeface="Inter"/>
                <a:ea typeface="DejaVu Sans"/>
              </a:rPr>
              <a:t>.</a:t>
            </a:r>
            <a:endParaRPr b="0" lang="fr-FR" sz="1300" spc="-1" strike="noStrike">
              <a:latin typeface="Arial"/>
            </a:endParaRPr>
          </a:p>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La méthode d'ingestion en </a:t>
            </a:r>
            <a:r>
              <a:rPr b="1" lang="fr-FR" sz="1300" spc="-1" strike="noStrike">
                <a:solidFill>
                  <a:srgbClr val="f5a623"/>
                </a:solidFill>
                <a:latin typeface="Inter"/>
                <a:ea typeface="DejaVu Sans"/>
              </a:rPr>
              <a:t>trois lignes</a:t>
            </a:r>
            <a:r>
              <a:rPr b="0" lang="fr-FR" sz="1300" spc="-1" strike="noStrike">
                <a:solidFill>
                  <a:srgbClr val="f7f6f2"/>
                </a:solidFill>
                <a:latin typeface="Inter"/>
                <a:ea typeface="DejaVu Sans"/>
              </a:rPr>
              <a:t> : lecture, conversion, métadonnées, relance du lot.</a:t>
            </a:r>
            <a:endParaRPr b="0" lang="fr-FR" sz="1300" spc="-1" strike="noStrike">
              <a:latin typeface="Arial"/>
            </a:endParaRPr>
          </a:p>
        </p:txBody>
      </p:sp>
      <p:graphicFrame>
        <p:nvGraphicFramePr>
          <p:cNvPr id="221" name="Table 32"/>
          <p:cNvGraphicFramePr/>
          <p:nvPr/>
        </p:nvGraphicFramePr>
        <p:xfrm>
          <a:off x="640080" y="2579760"/>
          <a:ext cx="10908360" cy="2011320"/>
        </p:xfrm>
        <a:graphic>
          <a:graphicData uri="http://schemas.openxmlformats.org/drawingml/2006/table">
            <a:tbl>
              <a:tblPr/>
              <a:tblGrid>
                <a:gridCol w="5120640"/>
                <a:gridCol w="3108960"/>
                <a:gridCol w="2679120"/>
              </a:tblGrid>
              <a:tr h="502920">
                <a:tc>
                  <a:txBody>
                    <a:bodyPr lIns="73080" rIns="73080" anchor="ctr">
                      <a:noAutofit/>
                    </a:bodyPr>
                    <a:p>
                      <a:pPr>
                        <a:lnSpc>
                          <a:spcPct val="100000"/>
                        </a:lnSpc>
                        <a:buNone/>
                      </a:pPr>
                      <a:r>
                        <a:rPr b="1" lang="en-US" sz="1100" spc="46" strike="noStrike">
                          <a:solidFill>
                            <a:srgbClr val="f5a623"/>
                          </a:solidFill>
                          <a:latin typeface="Inter"/>
                        </a:rPr>
                        <a:t>Épreuve</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100" spc="46" strike="noStrike">
                          <a:solidFill>
                            <a:srgbClr val="f5a623"/>
                          </a:solidFill>
                          <a:latin typeface="Inter"/>
                        </a:rPr>
                        <a:t>Résultat obtenu</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100" spc="46" strike="noStrike">
                          <a:solidFill>
                            <a:srgbClr val="f5a623"/>
                          </a:solidFill>
                          <a:latin typeface="Inter"/>
                        </a:rPr>
                        <a:t>Preuve</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r>
              <a:tr h="502920">
                <a:tc>
                  <a:txBody>
                    <a:bodyPr lIns="73080" rIns="73080" anchor="ctr">
                      <a:noAutofit/>
                    </a:bodyPr>
                    <a:p>
                      <a:pPr>
                        <a:lnSpc>
                          <a:spcPct val="100000"/>
                        </a:lnSpc>
                        <a:buNone/>
                      </a:pPr>
                      <a:r>
                        <a:rPr b="1" lang="en-US" sz="1200" spc="-1" strike="noStrike">
                          <a:solidFill>
                            <a:srgbClr val="f7f6f2"/>
                          </a:solidFill>
                          <a:latin typeface="Inter"/>
                        </a:rPr>
                        <a:t>Relance du même lot : doublons créés</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200" spc="-1" strike="noStrike">
                          <a:solidFill>
                            <a:srgbClr val="f5a623"/>
                          </a:solidFill>
                          <a:latin typeface="Inter"/>
                        </a:rPr>
                        <a:t>Non</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502920">
                <a:tc>
                  <a:txBody>
                    <a:bodyPr lIns="73080" rIns="73080" anchor="ctr">
                      <a:noAutofit/>
                    </a:bodyPr>
                    <a:p>
                      <a:pPr>
                        <a:lnSpc>
                          <a:spcPct val="100000"/>
                        </a:lnSpc>
                        <a:buNone/>
                      </a:pPr>
                      <a:r>
                        <a:rPr b="1" lang="en-US" sz="1200" spc="-1" strike="noStrike">
                          <a:solidFill>
                            <a:srgbClr val="f7f6f2"/>
                          </a:solidFill>
                          <a:latin typeface="Inter"/>
                        </a:rPr>
                        <a:t>Écart introduit volontairement sur une copie : la porte échoue-t-elle ?</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200" spc="-1" strike="noStrike">
                          <a:solidFill>
                            <a:srgbClr val="f5a623"/>
                          </a:solidFill>
                          <a:latin typeface="Inter"/>
                        </a:rPr>
                        <a:t>1 écart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502920">
                <a:tc>
                  <a:txBody>
                    <a:bodyPr lIns="73080" rIns="73080" anchor="ctr">
                      <a:noAutofit/>
                    </a:bodyPr>
                    <a:p>
                      <a:pPr>
                        <a:lnSpc>
                          <a:spcPct val="100000"/>
                        </a:lnSpc>
                        <a:buNone/>
                      </a:pPr>
                      <a:r>
                        <a:rPr b="1" lang="en-US" sz="1200" spc="-1" strike="noStrike">
                          <a:solidFill>
                            <a:srgbClr val="f7f6f2"/>
                          </a:solidFill>
                          <a:latin typeface="Inter"/>
                        </a:rPr>
                        <a:t>Un problème de conversion rencontré (décimales, NULL, accents) et sa correction</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200" spc="-1" strike="noStrike">
                          <a:solidFill>
                            <a:srgbClr val="f5a623"/>
                          </a:solidFill>
                          <a:latin typeface="Inter"/>
                        </a:rPr>
                        <a:t>Non</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bl>
          </a:graphicData>
        </a:graphic>
      </p:graphicFrame>
      <p:sp>
        <p:nvSpPr>
          <p:cNvPr id="222" name="TextBox 33"/>
          <p:cNvSpPr/>
          <p:nvPr/>
        </p:nvSpPr>
        <p:spPr>
          <a:xfrm>
            <a:off x="640080" y="4857120"/>
            <a:ext cx="10906920" cy="18000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06" strike="noStrike">
                <a:solidFill>
                  <a:srgbClr val="f5a623"/>
                </a:solidFill>
                <a:latin typeface="Inter"/>
                <a:ea typeface="DejaVu Sans"/>
              </a:rPr>
              <a:t>MÉTHODE D'INGESTION EN TROIS LIGNES</a:t>
            </a:r>
            <a:endParaRPr b="0" lang="fr-FR" sz="1100" spc="-1" strike="noStrike">
              <a:latin typeface="Arial"/>
            </a:endParaRPr>
          </a:p>
        </p:txBody>
      </p:sp>
      <p:sp>
        <p:nvSpPr>
          <p:cNvPr id="223" name="Zone à rédiger"/>
          <p:cNvSpPr/>
          <p:nvPr/>
        </p:nvSpPr>
        <p:spPr>
          <a:xfrm>
            <a:off x="640080" y="5112720"/>
            <a:ext cx="10906920" cy="101196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rIns="137160" tIns="73080" bIns="73080" anchor="t">
            <a:noAutofit/>
          </a:bodyPr>
          <a:p>
            <a:pPr>
              <a:lnSpc>
                <a:spcPct val="100000"/>
              </a:lnSpc>
              <a:buNone/>
            </a:pPr>
            <a:r>
              <a:rPr b="0" i="1" lang="fr-FR" sz="1200" spc="-1" strike="noStrike">
                <a:solidFill>
                  <a:srgbClr val="8e99a4"/>
                </a:solidFill>
                <a:latin typeface="Inter"/>
                <a:ea typeface="DejaVu Sans"/>
              </a:rPr>
              <a:t>[Rédigez ici]</a:t>
            </a:r>
            <a:endParaRPr b="0" lang="fr-FR" sz="1200" spc="-1" strike="noStrike">
              <a:latin typeface="Arial"/>
            </a:endParaRPr>
          </a:p>
        </p:txBody>
      </p:sp>
      <p:pic>
        <p:nvPicPr>
          <p:cNvPr id="224" name="" descr=""/>
          <p:cNvPicPr/>
          <p:nvPr/>
        </p:nvPicPr>
        <p:blipFill>
          <a:blip r:embed="rId2"/>
          <a:stretch/>
        </p:blipFill>
        <p:spPr>
          <a:xfrm>
            <a:off x="8820000" y="3578040"/>
            <a:ext cx="2699280" cy="561240"/>
          </a:xfrm>
          <a:prstGeom prst="rect">
            <a:avLst/>
          </a:prstGeom>
          <a:ln w="0">
            <a:noFill/>
          </a:ln>
        </p:spPr>
      </p:pic>
      <p:pic>
        <p:nvPicPr>
          <p:cNvPr id="225" name="" descr=""/>
          <p:cNvPicPr/>
          <p:nvPr/>
        </p:nvPicPr>
        <p:blipFill>
          <a:blip r:embed="rId3"/>
          <a:stretch/>
        </p:blipFill>
        <p:spPr>
          <a:xfrm>
            <a:off x="8862840" y="3087000"/>
            <a:ext cx="1216440" cy="512280"/>
          </a:xfrm>
          <a:prstGeom prst="rect">
            <a:avLst/>
          </a:prstGeom>
          <a:ln w="0">
            <a:noFill/>
          </a:ln>
        </p:spPr>
      </p:pic>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6" name="PlaceHolder 1"/>
          <p:cNvSpPr>
            <a:spLocks noGrp="1"/>
          </p:cNvSpPr>
          <p:nvPr>
            <p:ph type="title"/>
          </p:nvPr>
        </p:nvSpPr>
        <p:spPr>
          <a:xfrm>
            <a:off x="640080" y="502920"/>
            <a:ext cx="10906920" cy="729720"/>
          </a:xfrm>
          <a:prstGeom prst="rect">
            <a:avLst/>
          </a:prstGeom>
          <a:noFill/>
          <a:ln w="0">
            <a:noFill/>
          </a:ln>
        </p:spPr>
        <p:txBody>
          <a:bodyPr lIns="0" rIns="0" tIns="0" bIns="0" anchor="t">
            <a:noAutofit/>
          </a:bodyPr>
          <a:p>
            <a:pPr>
              <a:lnSpc>
                <a:spcPct val="100000"/>
              </a:lnSpc>
              <a:buNone/>
              <a:tabLst>
                <a:tab algn="l" pos="0"/>
              </a:tabLst>
            </a:pPr>
            <a:r>
              <a:rPr b="0" lang="en-US" sz="2800" spc="-1" strike="noStrike">
                <a:solidFill>
                  <a:srgbClr val="f7f6f2"/>
                </a:solidFill>
                <a:latin typeface="Fraunces SemiBold"/>
                <a:ea typeface="Fraunces SemiBold"/>
              </a:rPr>
              <a:t>Profil de crm.client et motifs</a:t>
            </a:r>
            <a:endParaRPr b="0" lang="fr-FR" sz="2800" spc="-1" strike="noStrike">
              <a:latin typeface="Arial"/>
            </a:endParaRPr>
          </a:p>
        </p:txBody>
      </p:sp>
      <p:sp>
        <p:nvSpPr>
          <p:cNvPr id="227" name="PlaceHolder 2"/>
          <p:cNvSpPr>
            <a:spLocks noGrp="1"/>
          </p:cNvSpPr>
          <p:nvPr>
            <p:ph type="sldNum" idx="14"/>
          </p:nvPr>
        </p:nvSpPr>
        <p:spPr>
          <a:xfrm>
            <a:off x="10820160" y="6309360"/>
            <a:ext cx="729720" cy="29088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ED741548-05D4-4BC9-BDEB-B0E117F559B7}"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228" name="TextBox 25"/>
          <p:cNvSpPr/>
          <p:nvPr/>
        </p:nvSpPr>
        <p:spPr>
          <a:xfrm>
            <a:off x="640080" y="283680"/>
            <a:ext cx="8044920" cy="18000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88" strike="noStrike">
                <a:solidFill>
                  <a:srgbClr val="f5a623"/>
                </a:solidFill>
                <a:latin typeface="Inter"/>
                <a:ea typeface="DejaVu Sans"/>
              </a:rPr>
              <a:t>S1 · US-06, 07</a:t>
            </a:r>
            <a:endParaRPr b="0" lang="fr-FR" sz="1100" spc="-1" strike="noStrike">
              <a:latin typeface="Arial"/>
            </a:endParaRPr>
          </a:p>
        </p:txBody>
      </p:sp>
      <p:sp>
        <p:nvSpPr>
          <p:cNvPr id="229" name="TextBox 26"/>
          <p:cNvSpPr/>
          <p:nvPr/>
        </p:nvSpPr>
        <p:spPr>
          <a:xfrm>
            <a:off x="6976800" y="291960"/>
            <a:ext cx="4570200" cy="163440"/>
          </a:xfrm>
          <a:prstGeom prst="rect">
            <a:avLst/>
          </a:prstGeom>
          <a:noFill/>
          <a:ln w="0">
            <a:noFill/>
          </a:ln>
        </p:spPr>
        <p:style>
          <a:lnRef idx="0"/>
          <a:fillRef idx="0"/>
          <a:effectRef idx="0"/>
          <a:fontRef idx="minor"/>
        </p:style>
        <p:txBody>
          <a:bodyPr lIns="0" rIns="0" tIns="0" bIns="0" anchor="ctr">
            <a:spAutoFit/>
          </a:bodyPr>
          <a:p>
            <a:pPr algn="r">
              <a:lnSpc>
                <a:spcPct val="108000"/>
              </a:lnSpc>
              <a:spcAft>
                <a:spcPts val="400"/>
              </a:spcAft>
              <a:buNone/>
            </a:pPr>
            <a:r>
              <a:rPr b="1" lang="fr-FR" sz="1000" spc="106" strike="noStrike">
                <a:solidFill>
                  <a:srgbClr val="0f9b8e"/>
                </a:solidFill>
                <a:latin typeface="Inter"/>
                <a:ea typeface="DejaVu Sans"/>
              </a:rPr>
              <a:t>CRITÈRE : PROFILAGE ET DIAGNOSTIC · 20 %</a:t>
            </a:r>
            <a:endParaRPr b="0" lang="fr-FR" sz="1000" spc="-1" strike="noStrike">
              <a:latin typeface="Arial"/>
            </a:endParaRPr>
          </a:p>
        </p:txBody>
      </p:sp>
      <p:sp>
        <p:nvSpPr>
          <p:cNvPr id="230" name="Attendu"/>
          <p:cNvSpPr/>
          <p:nvPr/>
        </p:nvSpPr>
        <p:spPr>
          <a:xfrm>
            <a:off x="640080" y="1325880"/>
            <a:ext cx="10906920" cy="106920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231" name="Attendu barre"/>
          <p:cNvSpPr/>
          <p:nvPr/>
        </p:nvSpPr>
        <p:spPr>
          <a:xfrm>
            <a:off x="640080" y="1325880"/>
            <a:ext cx="80640" cy="106920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232" name="Icône target" descr="Icône target"/>
          <p:cNvPicPr/>
          <p:nvPr/>
        </p:nvPicPr>
        <p:blipFill>
          <a:blip r:embed="rId1"/>
          <a:stretch/>
        </p:blipFill>
        <p:spPr>
          <a:xfrm>
            <a:off x="896040" y="1435680"/>
            <a:ext cx="272520" cy="272520"/>
          </a:xfrm>
          <a:prstGeom prst="rect">
            <a:avLst/>
          </a:prstGeom>
          <a:ln w="0">
            <a:noFill/>
          </a:ln>
        </p:spPr>
      </p:pic>
      <p:sp>
        <p:nvSpPr>
          <p:cNvPr id="233" name="TextBox 30"/>
          <p:cNvSpPr/>
          <p:nvPr/>
        </p:nvSpPr>
        <p:spPr>
          <a:xfrm>
            <a:off x="1261800" y="1473480"/>
            <a:ext cx="7313400" cy="19620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200" spc="126" strike="noStrike">
                <a:solidFill>
                  <a:srgbClr val="f5a623"/>
                </a:solidFill>
                <a:latin typeface="Inter"/>
                <a:ea typeface="DejaVu Sans"/>
              </a:rPr>
              <a:t>ATTENDU SUR CETTE PAGE</a:t>
            </a:r>
            <a:endParaRPr b="0" lang="fr-FR" sz="1200" spc="-1" strike="noStrike">
              <a:latin typeface="Arial"/>
            </a:endParaRPr>
          </a:p>
        </p:txBody>
      </p:sp>
      <p:sp>
        <p:nvSpPr>
          <p:cNvPr id="234" name="TextBox 31"/>
          <p:cNvSpPr/>
          <p:nvPr/>
        </p:nvSpPr>
        <p:spPr>
          <a:xfrm>
            <a:off x="914400" y="1783080"/>
            <a:ext cx="10358280" cy="465480"/>
          </a:xfrm>
          <a:prstGeom prst="rect">
            <a:avLst/>
          </a:prstGeom>
          <a:noFill/>
          <a:ln w="0">
            <a:noFill/>
          </a:ln>
        </p:spPr>
        <p:style>
          <a:lnRef idx="0"/>
          <a:fillRef idx="0"/>
          <a:effectRef idx="0"/>
          <a:fontRef idx="minor"/>
        </p:style>
        <p:txBody>
          <a:bodyPr lIns="0" rIns="0" tIns="0" bIns="0" anchor="t">
            <a:spAutoFit/>
          </a:bodyPr>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Au moins </a:t>
            </a:r>
            <a:r>
              <a:rPr b="1" lang="fr-FR" sz="1300" spc="-1" strike="noStrike">
                <a:solidFill>
                  <a:srgbClr val="f5a623"/>
                </a:solidFill>
                <a:latin typeface="Inter"/>
                <a:ea typeface="DejaVu Sans"/>
              </a:rPr>
              <a:t>cinq constats chiffrés</a:t>
            </a:r>
            <a:r>
              <a:rPr b="0" lang="fr-FR" sz="1300" spc="-1" strike="noStrike">
                <a:solidFill>
                  <a:srgbClr val="f7f6f2"/>
                </a:solidFill>
                <a:latin typeface="Inter"/>
                <a:ea typeface="DejaVu Sans"/>
              </a:rPr>
              <a:t> : colonne, indicateur, valeur mesurée, conséquence pour la qualité.</a:t>
            </a:r>
            <a:endParaRPr b="0" lang="fr-FR" sz="1300" spc="-1" strike="noStrike">
              <a:latin typeface="Arial"/>
            </a:endParaRPr>
          </a:p>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Les </a:t>
            </a:r>
            <a:r>
              <a:rPr b="1" lang="fr-FR" sz="1300" spc="-1" strike="noStrike">
                <a:solidFill>
                  <a:srgbClr val="f5a623"/>
                </a:solidFill>
                <a:latin typeface="Inter"/>
                <a:ea typeface="DejaVu Sans"/>
              </a:rPr>
              <a:t>motifs</a:t>
            </a:r>
            <a:r>
              <a:rPr b="0" lang="fr-FR" sz="1300" spc="-1" strike="noStrike">
                <a:solidFill>
                  <a:srgbClr val="f7f6f2"/>
                </a:solidFill>
                <a:latin typeface="Inter"/>
                <a:ea typeface="DejaVu Sans"/>
              </a:rPr>
              <a:t> de code postal, de téléphone et de pays : lignes conformes, non conformes, un exemple.</a:t>
            </a:r>
            <a:endParaRPr b="0" lang="fr-FR" sz="1300" spc="-1" strike="noStrike">
              <a:latin typeface="Arial"/>
            </a:endParaRPr>
          </a:p>
        </p:txBody>
      </p:sp>
      <p:graphicFrame>
        <p:nvGraphicFramePr>
          <p:cNvPr id="235" name="Table 32"/>
          <p:cNvGraphicFramePr/>
          <p:nvPr/>
        </p:nvGraphicFramePr>
        <p:xfrm>
          <a:off x="640080" y="2534040"/>
          <a:ext cx="10908360" cy="2056320"/>
        </p:xfrm>
        <a:graphic>
          <a:graphicData uri="http://schemas.openxmlformats.org/drawingml/2006/table">
            <a:tbl>
              <a:tblPr/>
              <a:tblGrid>
                <a:gridCol w="548640"/>
                <a:gridCol w="1828800"/>
                <a:gridCol w="3291840"/>
                <a:gridCol w="1737360"/>
                <a:gridCol w="3502080"/>
              </a:tblGrid>
              <a:tr h="411480">
                <a:tc>
                  <a:txBody>
                    <a:bodyPr lIns="73080" rIns="73080" anchor="ctr">
                      <a:noAutofit/>
                    </a:bodyPr>
                    <a:p>
                      <a:pPr>
                        <a:lnSpc>
                          <a:spcPct val="100000"/>
                        </a:lnSpc>
                        <a:buNone/>
                      </a:pPr>
                      <a:r>
                        <a:rPr b="1" lang="en-US" sz="1050" spc="46" strike="noStrike">
                          <a:solidFill>
                            <a:srgbClr val="f5a623"/>
                          </a:solidFill>
                          <a:latin typeface="Inter"/>
                        </a:rPr>
                        <a:t>N°</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6" strike="noStrike">
                          <a:solidFill>
                            <a:srgbClr val="f5a623"/>
                          </a:solidFill>
                          <a:latin typeface="Inter"/>
                        </a:rPr>
                        <a:t>Colonne</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6" strike="noStrike">
                          <a:solidFill>
                            <a:srgbClr val="f5a623"/>
                          </a:solidFill>
                          <a:latin typeface="Inter"/>
                        </a:rPr>
                        <a:t>Indicateur (nulls, vides, distincts, motif)</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6" strike="noStrike">
                          <a:solidFill>
                            <a:srgbClr val="f5a623"/>
                          </a:solidFill>
                          <a:latin typeface="Inter"/>
                        </a:rPr>
                        <a:t>Valeur mesurée</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6" strike="noStrike">
                          <a:solidFill>
                            <a:srgbClr val="f5a623"/>
                          </a:solidFill>
                          <a:latin typeface="Inter"/>
                        </a:rPr>
                        <a:t>Ce que cela change</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r>
              <a:tr h="329040">
                <a:tc>
                  <a:txBody>
                    <a:bodyPr lIns="73080" rIns="73080" anchor="ctr">
                      <a:noAutofit/>
                    </a:bodyPr>
                    <a:p>
                      <a:pPr>
                        <a:lnSpc>
                          <a:spcPct val="100000"/>
                        </a:lnSpc>
                        <a:buNone/>
                      </a:pPr>
                      <a:r>
                        <a:rPr b="1" lang="en-US" sz="1150" spc="-1" strike="noStrike">
                          <a:solidFill>
                            <a:srgbClr val="f7f6f2"/>
                          </a:solidFill>
                          <a:latin typeface="Inter"/>
                        </a:rPr>
                        <a:t>1</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150" spc="-1" strike="noStrike">
                          <a:solidFill>
                            <a:srgbClr val="f5a623"/>
                          </a:solidFill>
                          <a:latin typeface="Inter"/>
                        </a:rPr>
                        <a:t>nom</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nulls</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4277</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Cette colonne peut ne pas être fiable</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29040">
                <a:tc>
                  <a:txBody>
                    <a:bodyPr lIns="73080" rIns="73080" anchor="ctr">
                      <a:noAutofit/>
                    </a:bodyPr>
                    <a:p>
                      <a:pPr>
                        <a:lnSpc>
                          <a:spcPct val="100000"/>
                        </a:lnSpc>
                        <a:buNone/>
                      </a:pPr>
                      <a:r>
                        <a:rPr b="1" lang="en-US" sz="1150" spc="-1" strike="noStrike">
                          <a:solidFill>
                            <a:srgbClr val="f7f6f2"/>
                          </a:solidFill>
                          <a:latin typeface="Inter"/>
                        </a:rPr>
                        <a:t>2</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150" spc="-1" strike="noStrike">
                          <a:solidFill>
                            <a:srgbClr val="f5a623"/>
                          </a:solidFill>
                          <a:latin typeface="Inter"/>
                        </a:rPr>
                        <a:t>prenom</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nulls</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4277</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Cette colonne peut ne pas être fiable</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29040">
                <a:tc>
                  <a:txBody>
                    <a:bodyPr lIns="73080" rIns="73080" anchor="ctr">
                      <a:noAutofit/>
                    </a:bodyPr>
                    <a:p>
                      <a:pPr>
                        <a:lnSpc>
                          <a:spcPct val="100000"/>
                        </a:lnSpc>
                        <a:buNone/>
                      </a:pPr>
                      <a:r>
                        <a:rPr b="1" lang="en-US" sz="1150" spc="-1" strike="noStrike">
                          <a:solidFill>
                            <a:srgbClr val="f7f6f2"/>
                          </a:solidFill>
                          <a:latin typeface="Inter"/>
                        </a:rPr>
                        <a:t>3</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150" spc="-1" strike="noStrike">
                          <a:solidFill>
                            <a:srgbClr val="f5a623"/>
                          </a:solidFill>
                          <a:latin typeface="Inter"/>
                        </a:rPr>
                        <a:t>raison_social</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nulls</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95723</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Cette colonne n’est pas fiable car extremement vide</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29040">
                <a:tc>
                  <a:txBody>
                    <a:bodyPr lIns="73080" rIns="73080" anchor="ctr">
                      <a:noAutofit/>
                    </a:bodyPr>
                    <a:p>
                      <a:pPr>
                        <a:lnSpc>
                          <a:spcPct val="100000"/>
                        </a:lnSpc>
                        <a:buNone/>
                      </a:pPr>
                      <a:r>
                        <a:rPr b="1" lang="en-US" sz="1150" spc="-1" strike="noStrike">
                          <a:solidFill>
                            <a:srgbClr val="f7f6f2"/>
                          </a:solidFill>
                          <a:latin typeface="Inter"/>
                        </a:rPr>
                        <a:t>4</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150" spc="-1" strike="noStrike">
                          <a:solidFill>
                            <a:srgbClr val="f5a623"/>
                          </a:solidFill>
                          <a:latin typeface="Inter"/>
                        </a:rPr>
                        <a:t>pays</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vides</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400</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Faible manque par rapport au 100000 lignes</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29040">
                <a:tc>
                  <a:txBody>
                    <a:bodyPr lIns="73080" rIns="73080" anchor="ctr">
                      <a:noAutofit/>
                    </a:bodyPr>
                    <a:p>
                      <a:pPr>
                        <a:lnSpc>
                          <a:spcPct val="100000"/>
                        </a:lnSpc>
                        <a:buNone/>
                      </a:pPr>
                      <a:r>
                        <a:rPr b="1" lang="en-US" sz="1150" spc="-1" strike="noStrike">
                          <a:solidFill>
                            <a:srgbClr val="f7f6f2"/>
                          </a:solidFill>
                          <a:latin typeface="Inter"/>
                        </a:rPr>
                        <a:t>5</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150" spc="-1" strike="noStrike">
                          <a:solidFill>
                            <a:srgbClr val="f5a623"/>
                          </a:solidFill>
                          <a:latin typeface="Inter"/>
                        </a:rPr>
                        <a:t>telephone</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blancs</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2000</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Faible manque par rapport au 100000 lignes</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bl>
          </a:graphicData>
        </a:graphic>
      </p:graphicFrame>
      <p:graphicFrame>
        <p:nvGraphicFramePr>
          <p:cNvPr id="236" name="Table 33"/>
          <p:cNvGraphicFramePr/>
          <p:nvPr/>
        </p:nvGraphicFramePr>
        <p:xfrm>
          <a:off x="640080" y="4646520"/>
          <a:ext cx="10908360" cy="1316160"/>
        </p:xfrm>
        <a:graphic>
          <a:graphicData uri="http://schemas.openxmlformats.org/drawingml/2006/table">
            <a:tbl>
              <a:tblPr/>
              <a:tblGrid>
                <a:gridCol w="1828800"/>
                <a:gridCol w="3108960"/>
                <a:gridCol w="1554480"/>
                <a:gridCol w="1737360"/>
                <a:gridCol w="2679120"/>
              </a:tblGrid>
              <a:tr h="329040">
                <a:tc>
                  <a:txBody>
                    <a:bodyPr lIns="73080" rIns="73080" anchor="ctr">
                      <a:noAutofit/>
                    </a:bodyPr>
                    <a:p>
                      <a:pPr>
                        <a:lnSpc>
                          <a:spcPct val="100000"/>
                        </a:lnSpc>
                        <a:buNone/>
                      </a:pPr>
                      <a:r>
                        <a:rPr b="1" lang="en-US" sz="1050" spc="46" strike="noStrike">
                          <a:solidFill>
                            <a:srgbClr val="f5a623"/>
                          </a:solidFill>
                          <a:latin typeface="Inter"/>
                        </a:rPr>
                        <a:t>Attribut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6" strike="noStrike">
                          <a:solidFill>
                            <a:srgbClr val="f5a623"/>
                          </a:solidFill>
                          <a:latin typeface="Inter"/>
                        </a:rPr>
                        <a:t>Motif testé</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6" strike="noStrike">
                          <a:solidFill>
                            <a:srgbClr val="f5a623"/>
                          </a:solidFill>
                          <a:latin typeface="Inter"/>
                        </a:rPr>
                        <a:t>Conformes</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6" strike="noStrike">
                          <a:solidFill>
                            <a:srgbClr val="f5a623"/>
                          </a:solidFill>
                          <a:latin typeface="Inter"/>
                        </a:rPr>
                        <a:t>Non conformes</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6" strike="noStrike">
                          <a:solidFill>
                            <a:srgbClr val="f5a623"/>
                          </a:solidFill>
                          <a:latin typeface="Inter"/>
                        </a:rPr>
                        <a:t>Exemple non conforme</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r>
              <a:tr h="329040">
                <a:tc>
                  <a:txBody>
                    <a:bodyPr lIns="73080" rIns="73080" anchor="ctr">
                      <a:noAutofit/>
                    </a:bodyPr>
                    <a:p>
                      <a:pPr>
                        <a:lnSpc>
                          <a:spcPct val="100000"/>
                        </a:lnSpc>
                        <a:buNone/>
                      </a:pPr>
                      <a:r>
                        <a:rPr b="1" lang="en-US" sz="1150" spc="-1" strike="noStrike">
                          <a:solidFill>
                            <a:srgbClr val="f7f6f2"/>
                          </a:solidFill>
                          <a:latin typeface="Inter"/>
                        </a:rPr>
                        <a:t>Code postal</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150" spc="-1" strike="noStrike">
                          <a:solidFill>
                            <a:srgbClr val="f5a623"/>
                          </a:solidFill>
                          <a:latin typeface="Inter"/>
                        </a:rPr>
                        <a:t>Code postal à 5 chiffres (RQ-05)</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93981</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1456</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7100 (enlève le 0 devant)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29040">
                <a:tc>
                  <a:txBody>
                    <a:bodyPr lIns="73080" rIns="73080" anchor="ctr">
                      <a:noAutofit/>
                    </a:bodyPr>
                    <a:p>
                      <a:pPr>
                        <a:lnSpc>
                          <a:spcPct val="100000"/>
                        </a:lnSpc>
                        <a:buNone/>
                      </a:pPr>
                      <a:r>
                        <a:rPr b="1" lang="en-US" sz="1150" spc="-1" strike="noStrike">
                          <a:solidFill>
                            <a:srgbClr val="f7f6f2"/>
                          </a:solidFill>
                          <a:latin typeface="Inter"/>
                        </a:rPr>
                        <a:t>Téléphone</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150" spc="-1" strike="noStrike">
                          <a:solidFill>
                            <a:srgbClr val="f5a623"/>
                          </a:solidFill>
                          <a:latin typeface="Inter"/>
                        </a:rPr>
                        <a:t>regex r"(?:"r"0[1-9](?:[ .-]?\d{2}){4}" r"|(?:+|00)[1-9]\d{0,2}(?:[ .-]?\d){6,14}"r")")</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89115</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886</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06289748656</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29400">
                <a:tc>
                  <a:txBody>
                    <a:bodyPr lIns="73080" rIns="73080" anchor="ctr">
                      <a:noAutofit/>
                    </a:bodyPr>
                    <a:p>
                      <a:pPr>
                        <a:lnSpc>
                          <a:spcPct val="100000"/>
                        </a:lnSpc>
                        <a:buNone/>
                      </a:pPr>
                      <a:r>
                        <a:rPr b="1" lang="en-US" sz="1150" spc="-1" strike="noStrike">
                          <a:solidFill>
                            <a:srgbClr val="f7f6f2"/>
                          </a:solidFill>
                          <a:latin typeface="Inter"/>
                        </a:rPr>
                        <a:t>Pays</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150" spc="-1" strike="noStrike">
                          <a:solidFill>
                            <a:srgbClr val="f5a623"/>
                          </a:solidFill>
                          <a:latin typeface="Inter"/>
                        </a:rPr>
                        <a:t>N’est pas dans le référentiel</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97950</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3050</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Frnace</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bl>
          </a:graphicData>
        </a:graphic>
      </p:graphicFrame>
      <p:sp>
        <p:nvSpPr>
          <p:cNvPr id="237" name="TextBox 34"/>
          <p:cNvSpPr/>
          <p:nvPr/>
        </p:nvSpPr>
        <p:spPr>
          <a:xfrm>
            <a:off x="642960" y="6237360"/>
            <a:ext cx="10906920" cy="19620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0" lang="fr-FR" sz="1200" spc="-1" strike="noStrike">
                <a:solidFill>
                  <a:srgbClr val="b8c0c8"/>
                </a:solidFill>
                <a:latin typeface="Inter"/>
                <a:ea typeface="DejaVu Sans"/>
              </a:rPr>
              <a:t>Preuve (chemin du notebook, du fichier ou de la requête dans le dépôt) : </a:t>
            </a:r>
            <a:r>
              <a:rPr b="1" lang="fr-FR" sz="1200" spc="-1" strike="noStrike">
                <a:solidFill>
                  <a:srgbClr val="f5a623"/>
                </a:solidFill>
                <a:latin typeface="Inter"/>
                <a:ea typeface="DejaVu Sans"/>
              </a:rPr>
              <a:t>notebooks/S1_bronze_profilage.ipynb</a:t>
            </a:r>
            <a:endParaRPr b="0" lang="fr-FR" sz="1200" spc="-1" strike="noStrike">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8" name="PlaceHolder 1"/>
          <p:cNvSpPr>
            <a:spLocks noGrp="1"/>
          </p:cNvSpPr>
          <p:nvPr>
            <p:ph type="title"/>
          </p:nvPr>
        </p:nvSpPr>
        <p:spPr>
          <a:xfrm>
            <a:off x="640080" y="502920"/>
            <a:ext cx="10906920" cy="729720"/>
          </a:xfrm>
          <a:prstGeom prst="rect">
            <a:avLst/>
          </a:prstGeom>
          <a:noFill/>
          <a:ln w="0">
            <a:noFill/>
          </a:ln>
        </p:spPr>
        <p:txBody>
          <a:bodyPr lIns="0" rIns="0" tIns="0" bIns="0" anchor="t">
            <a:noAutofit/>
          </a:bodyPr>
          <a:p>
            <a:pPr>
              <a:lnSpc>
                <a:spcPct val="100000"/>
              </a:lnSpc>
              <a:buNone/>
              <a:tabLst>
                <a:tab algn="l" pos="0"/>
              </a:tabLst>
            </a:pPr>
            <a:r>
              <a:rPr b="0" lang="en-US" sz="2800" spc="-1" strike="noStrike">
                <a:solidFill>
                  <a:srgbClr val="f7f6f2"/>
                </a:solidFill>
                <a:latin typeface="Fraunces SemiBold"/>
                <a:ea typeface="Fraunces SemiBold"/>
              </a:rPr>
              <a:t>Dictionnaire du CIF : dix colonnes anonymes</a:t>
            </a:r>
            <a:endParaRPr b="0" lang="fr-FR" sz="2800" spc="-1" strike="noStrike">
              <a:latin typeface="Arial"/>
            </a:endParaRPr>
          </a:p>
        </p:txBody>
      </p:sp>
      <p:sp>
        <p:nvSpPr>
          <p:cNvPr id="239" name="PlaceHolder 2"/>
          <p:cNvSpPr>
            <a:spLocks noGrp="1"/>
          </p:cNvSpPr>
          <p:nvPr>
            <p:ph type="sldNum" idx="15"/>
          </p:nvPr>
        </p:nvSpPr>
        <p:spPr>
          <a:xfrm>
            <a:off x="10820160" y="6309360"/>
            <a:ext cx="729720" cy="29088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68C798B0-9E38-4217-9FE8-D433C299BB39}"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240" name="TextBox 25"/>
          <p:cNvSpPr/>
          <p:nvPr/>
        </p:nvSpPr>
        <p:spPr>
          <a:xfrm>
            <a:off x="640080" y="283680"/>
            <a:ext cx="8044920" cy="18000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88" strike="noStrike">
                <a:solidFill>
                  <a:srgbClr val="f5a623"/>
                </a:solidFill>
                <a:latin typeface="Inter"/>
                <a:ea typeface="DejaVu Sans"/>
              </a:rPr>
              <a:t>S1 · US-04</a:t>
            </a:r>
            <a:endParaRPr b="0" lang="fr-FR" sz="1100" spc="-1" strike="noStrike">
              <a:latin typeface="Arial"/>
            </a:endParaRPr>
          </a:p>
        </p:txBody>
      </p:sp>
      <p:sp>
        <p:nvSpPr>
          <p:cNvPr id="241" name="TextBox 26"/>
          <p:cNvSpPr/>
          <p:nvPr/>
        </p:nvSpPr>
        <p:spPr>
          <a:xfrm>
            <a:off x="6976800" y="291960"/>
            <a:ext cx="4570200" cy="163440"/>
          </a:xfrm>
          <a:prstGeom prst="rect">
            <a:avLst/>
          </a:prstGeom>
          <a:noFill/>
          <a:ln w="0">
            <a:noFill/>
          </a:ln>
        </p:spPr>
        <p:style>
          <a:lnRef idx="0"/>
          <a:fillRef idx="0"/>
          <a:effectRef idx="0"/>
          <a:fontRef idx="minor"/>
        </p:style>
        <p:txBody>
          <a:bodyPr lIns="0" rIns="0" tIns="0" bIns="0" anchor="ctr">
            <a:spAutoFit/>
          </a:bodyPr>
          <a:p>
            <a:pPr algn="r">
              <a:lnSpc>
                <a:spcPct val="108000"/>
              </a:lnSpc>
              <a:spcAft>
                <a:spcPts val="400"/>
              </a:spcAft>
              <a:buNone/>
            </a:pPr>
            <a:r>
              <a:rPr b="1" lang="fr-FR" sz="1000" spc="106" strike="noStrike">
                <a:solidFill>
                  <a:srgbClr val="0f9b8e"/>
                </a:solidFill>
                <a:latin typeface="Inter"/>
                <a:ea typeface="DejaVu Sans"/>
              </a:rPr>
              <a:t>CRITÈRE : PROFILAGE ET DIAGNOSTIC · 20 %</a:t>
            </a:r>
            <a:endParaRPr b="0" lang="fr-FR" sz="1000" spc="-1" strike="noStrike">
              <a:latin typeface="Arial"/>
            </a:endParaRPr>
          </a:p>
        </p:txBody>
      </p:sp>
      <p:sp>
        <p:nvSpPr>
          <p:cNvPr id="242" name="Attendu"/>
          <p:cNvSpPr/>
          <p:nvPr/>
        </p:nvSpPr>
        <p:spPr>
          <a:xfrm>
            <a:off x="640080" y="1325880"/>
            <a:ext cx="10906920" cy="103104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243" name="Attendu barre"/>
          <p:cNvSpPr/>
          <p:nvPr/>
        </p:nvSpPr>
        <p:spPr>
          <a:xfrm>
            <a:off x="640080" y="1325880"/>
            <a:ext cx="80640" cy="103104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244" name="Icône target" descr="Icône target"/>
          <p:cNvPicPr/>
          <p:nvPr/>
        </p:nvPicPr>
        <p:blipFill>
          <a:blip r:embed="rId1"/>
          <a:stretch/>
        </p:blipFill>
        <p:spPr>
          <a:xfrm>
            <a:off x="896040" y="1435680"/>
            <a:ext cx="272520" cy="272520"/>
          </a:xfrm>
          <a:prstGeom prst="rect">
            <a:avLst/>
          </a:prstGeom>
          <a:ln w="0">
            <a:noFill/>
          </a:ln>
        </p:spPr>
      </p:pic>
      <p:sp>
        <p:nvSpPr>
          <p:cNvPr id="245" name="TextBox 30"/>
          <p:cNvSpPr/>
          <p:nvPr/>
        </p:nvSpPr>
        <p:spPr>
          <a:xfrm>
            <a:off x="1261800" y="1473480"/>
            <a:ext cx="7313400" cy="19620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200" spc="126" strike="noStrike">
                <a:solidFill>
                  <a:srgbClr val="f5a623"/>
                </a:solidFill>
                <a:latin typeface="Inter"/>
                <a:ea typeface="DejaVu Sans"/>
              </a:rPr>
              <a:t>ATTENDU SUR CETTE PAGE</a:t>
            </a:r>
            <a:endParaRPr b="0" lang="fr-FR" sz="1200" spc="-1" strike="noStrike">
              <a:latin typeface="Arial"/>
            </a:endParaRPr>
          </a:p>
        </p:txBody>
      </p:sp>
      <p:sp>
        <p:nvSpPr>
          <p:cNvPr id="246" name="TextBox 31"/>
          <p:cNvSpPr/>
          <p:nvPr/>
        </p:nvSpPr>
        <p:spPr>
          <a:xfrm>
            <a:off x="914400" y="1783080"/>
            <a:ext cx="10358280" cy="213480"/>
          </a:xfrm>
          <a:prstGeom prst="rect">
            <a:avLst/>
          </a:prstGeom>
          <a:noFill/>
          <a:ln w="0">
            <a:noFill/>
          </a:ln>
        </p:spPr>
        <p:style>
          <a:lnRef idx="0"/>
          <a:fillRef idx="0"/>
          <a:effectRef idx="0"/>
          <a:fontRef idx="minor"/>
        </p:style>
        <p:txBody>
          <a:bodyPr lIns="0" rIns="0" tIns="0" bIns="0" anchor="t">
            <a:spAutoFit/>
          </a:bodyPr>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Pour </a:t>
            </a:r>
            <a:r>
              <a:rPr b="1" lang="fr-FR" sz="1300" spc="-1" strike="noStrike">
                <a:solidFill>
                  <a:srgbClr val="f5a623"/>
                </a:solidFill>
                <a:latin typeface="Inter"/>
                <a:ea typeface="DejaVu Sans"/>
              </a:rPr>
              <a:t>chacune des dix colonnes</a:t>
            </a:r>
            <a:r>
              <a:rPr b="0" lang="fr-FR" sz="1300" spc="-1" strike="noStrike">
                <a:solidFill>
                  <a:srgbClr val="f7f6f2"/>
                </a:solidFill>
                <a:latin typeface="Inter"/>
                <a:ea typeface="DejaVu Sans"/>
              </a:rPr>
              <a:t> : un nom proposé, un type et une </a:t>
            </a:r>
            <a:r>
              <a:rPr b="1" lang="fr-FR" sz="1300" spc="-1" strike="noStrike">
                <a:solidFill>
                  <a:srgbClr val="f5a623"/>
                </a:solidFill>
                <a:latin typeface="Inter"/>
                <a:ea typeface="DejaVu Sans"/>
              </a:rPr>
              <a:t>justification chiffrée</a:t>
            </a:r>
            <a:r>
              <a:rPr b="0" lang="fr-FR" sz="1300" spc="-1" strike="noStrike">
                <a:solidFill>
                  <a:srgbClr val="f7f6f2"/>
                </a:solidFill>
                <a:latin typeface="Inter"/>
                <a:ea typeface="DejaVu Sans"/>
              </a:rPr>
              <a:t> (comment l'avez-vous déduit ?).</a:t>
            </a:r>
            <a:endParaRPr b="0" lang="fr-FR" sz="1300" spc="-1" strike="noStrike">
              <a:latin typeface="Arial"/>
            </a:endParaRPr>
          </a:p>
        </p:txBody>
      </p:sp>
      <p:graphicFrame>
        <p:nvGraphicFramePr>
          <p:cNvPr id="247" name="Table 32"/>
          <p:cNvGraphicFramePr/>
          <p:nvPr/>
        </p:nvGraphicFramePr>
        <p:xfrm>
          <a:off x="640080" y="2495880"/>
          <a:ext cx="10908360" cy="3520080"/>
        </p:xfrm>
        <a:graphic>
          <a:graphicData uri="http://schemas.openxmlformats.org/drawingml/2006/table">
            <a:tbl>
              <a:tblPr/>
              <a:tblGrid>
                <a:gridCol w="1828800"/>
                <a:gridCol w="2194560"/>
                <a:gridCol w="1463040"/>
                <a:gridCol w="5422320"/>
              </a:tblGrid>
              <a:tr h="320040">
                <a:tc>
                  <a:txBody>
                    <a:bodyPr lIns="73080" rIns="73080" anchor="ctr">
                      <a:noAutofit/>
                    </a:bodyPr>
                    <a:p>
                      <a:pPr>
                        <a:lnSpc>
                          <a:spcPct val="100000"/>
                        </a:lnSpc>
                        <a:buNone/>
                      </a:pPr>
                      <a:r>
                        <a:rPr b="1" lang="en-US" sz="1000" spc="46" strike="noStrike">
                          <a:solidFill>
                            <a:srgbClr val="f5a623"/>
                          </a:solidFill>
                          <a:latin typeface="Inter"/>
                        </a:rPr>
                        <a:t>Colonne d'origine</a:t>
                      </a:r>
                      <a:endParaRPr b="0" lang="fr-FR" sz="10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00" spc="46" strike="noStrike">
                          <a:solidFill>
                            <a:srgbClr val="f5a623"/>
                          </a:solidFill>
                          <a:latin typeface="Inter"/>
                        </a:rPr>
                        <a:t>Nom proposé</a:t>
                      </a:r>
                      <a:endParaRPr b="0" lang="fr-FR" sz="10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00" spc="46" strike="noStrike">
                          <a:solidFill>
                            <a:srgbClr val="f5a623"/>
                          </a:solidFill>
                          <a:latin typeface="Inter"/>
                        </a:rPr>
                        <a:t>Type</a:t>
                      </a:r>
                      <a:endParaRPr b="0" lang="fr-FR" sz="10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00" spc="46" strike="noStrike">
                          <a:solidFill>
                            <a:srgbClr val="f5a623"/>
                          </a:solidFill>
                          <a:latin typeface="Inter"/>
                        </a:rPr>
                        <a:t>Justification chiffrée</a:t>
                      </a:r>
                      <a:endParaRPr b="0" lang="fr-FR" sz="10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r>
              <a:tr h="320040">
                <a:tc>
                  <a:txBody>
                    <a:bodyPr lIns="73080" rIns="73080" anchor="ctr">
                      <a:noAutofit/>
                    </a:bodyPr>
                    <a:p>
                      <a:pPr>
                        <a:lnSpc>
                          <a:spcPct val="100000"/>
                        </a:lnSpc>
                        <a:buNone/>
                      </a:pPr>
                      <a:r>
                        <a:rPr b="0" lang="en-US" sz="1100" spc="-1" strike="noStrike">
                          <a:solidFill>
                            <a:srgbClr val="f5a623"/>
                          </a:solidFill>
                          <a:latin typeface="Inter"/>
                        </a:rPr>
                        <a:t>Column0</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IdClient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String</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Chaque ligne (40000) est disticte et semble aléatoire</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20040">
                <a:tc>
                  <a:txBody>
                    <a:bodyPr lIns="73080" rIns="73080" anchor="ctr">
                      <a:noAutofit/>
                    </a:bodyPr>
                    <a:p>
                      <a:pPr>
                        <a:lnSpc>
                          <a:spcPct val="100000"/>
                        </a:lnSpc>
                        <a:buNone/>
                      </a:pPr>
                      <a:r>
                        <a:rPr b="0" lang="en-US" sz="1100" spc="-1" strike="noStrike">
                          <a:solidFill>
                            <a:srgbClr val="f5a623"/>
                          </a:solidFill>
                          <a:latin typeface="Inter"/>
                        </a:rPr>
                        <a:t>Column1</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NomClient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String</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Des chaines courtes (3-31), peu distinctes (731), et semblable à des noms</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20040">
                <a:tc>
                  <a:txBody>
                    <a:bodyPr lIns="73080" rIns="73080" anchor="ctr">
                      <a:noAutofit/>
                    </a:bodyPr>
                    <a:p>
                      <a:pPr>
                        <a:lnSpc>
                          <a:spcPct val="100000"/>
                        </a:lnSpc>
                        <a:buNone/>
                      </a:pPr>
                      <a:r>
                        <a:rPr b="0" lang="en-US" sz="1100" spc="-1" strike="noStrike">
                          <a:solidFill>
                            <a:srgbClr val="f5a623"/>
                          </a:solidFill>
                          <a:latin typeface="Inter"/>
                        </a:rPr>
                        <a:t>Column2</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PrénomClient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String</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Des chaines courtes (3-10), peu distinctes (180), et semblable à des prénoms</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20040">
                <a:tc>
                  <a:txBody>
                    <a:bodyPr lIns="73080" rIns="73080" anchor="ctr">
                      <a:noAutofit/>
                    </a:bodyPr>
                    <a:p>
                      <a:pPr>
                        <a:lnSpc>
                          <a:spcPct val="100000"/>
                        </a:lnSpc>
                        <a:buNone/>
                      </a:pPr>
                      <a:r>
                        <a:rPr b="0" lang="en-US" sz="1100" spc="-1" strike="noStrike">
                          <a:solidFill>
                            <a:srgbClr val="f5a623"/>
                          </a:solidFill>
                          <a:latin typeface="Inter"/>
                        </a:rPr>
                        <a:t>Column3</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DateDeNaissance</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Date</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Uniquement des chaine de 10 caractères dans le format XX/XX/XXXX</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20040">
                <a:tc>
                  <a:txBody>
                    <a:bodyPr lIns="73080" rIns="73080" anchor="ctr">
                      <a:noAutofit/>
                    </a:bodyPr>
                    <a:p>
                      <a:pPr>
                        <a:lnSpc>
                          <a:spcPct val="100000"/>
                        </a:lnSpc>
                        <a:buNone/>
                      </a:pPr>
                      <a:r>
                        <a:rPr b="0" lang="en-US" sz="1100" spc="-1" strike="noStrike">
                          <a:solidFill>
                            <a:srgbClr val="f5a623"/>
                          </a:solidFill>
                          <a:latin typeface="Inter"/>
                        </a:rPr>
                        <a:t>Column4</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Adresse</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String</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Les exemples représente des adresses</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20040">
                <a:tc>
                  <a:txBody>
                    <a:bodyPr lIns="73080" rIns="73080" anchor="ctr">
                      <a:noAutofit/>
                    </a:bodyPr>
                    <a:p>
                      <a:pPr>
                        <a:lnSpc>
                          <a:spcPct val="100000"/>
                        </a:lnSpc>
                        <a:buNone/>
                      </a:pPr>
                      <a:r>
                        <a:rPr b="0" lang="en-US" sz="1100" spc="-1" strike="noStrike">
                          <a:solidFill>
                            <a:srgbClr val="f5a623"/>
                          </a:solidFill>
                          <a:latin typeface="Inter"/>
                        </a:rPr>
                        <a:t>Column5</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CodePostal</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String</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Uniquement des chaine de 5 chiffres dans le format XXXXX</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20040">
                <a:tc>
                  <a:txBody>
                    <a:bodyPr lIns="73080" rIns="73080" anchor="ctr">
                      <a:noAutofit/>
                    </a:bodyPr>
                    <a:p>
                      <a:pPr>
                        <a:lnSpc>
                          <a:spcPct val="100000"/>
                        </a:lnSpc>
                        <a:buNone/>
                      </a:pPr>
                      <a:r>
                        <a:rPr b="0" lang="en-US" sz="1100" spc="-1" strike="noStrike">
                          <a:solidFill>
                            <a:srgbClr val="f5a623"/>
                          </a:solidFill>
                          <a:latin typeface="Inter"/>
                        </a:rPr>
                        <a:t>Column6</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Ville</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String</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Peu de distincte (172) et des noms de villes dans les exemples (Nice)</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20040">
                <a:tc>
                  <a:txBody>
                    <a:bodyPr lIns="73080" rIns="73080" anchor="ctr">
                      <a:noAutofit/>
                    </a:bodyPr>
                    <a:p>
                      <a:pPr>
                        <a:lnSpc>
                          <a:spcPct val="100000"/>
                        </a:lnSpc>
                        <a:buNone/>
                      </a:pPr>
                      <a:r>
                        <a:rPr b="0" lang="en-US" sz="1100" spc="-1" strike="noStrike">
                          <a:solidFill>
                            <a:srgbClr val="f5a623"/>
                          </a:solidFill>
                          <a:latin typeface="Inter"/>
                        </a:rPr>
                        <a:t>Column7</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CodePays</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String</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Peu de distincte (9), et des exemples de ressemblant à des abréviations de pays. Longueurs min et max de 2 (FR)</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20040">
                <a:tc>
                  <a:txBody>
                    <a:bodyPr lIns="73080" rIns="73080" anchor="ctr">
                      <a:noAutofit/>
                    </a:bodyPr>
                    <a:p>
                      <a:pPr>
                        <a:lnSpc>
                          <a:spcPct val="100000"/>
                        </a:lnSpc>
                        <a:buNone/>
                      </a:pPr>
                      <a:r>
                        <a:rPr b="0" lang="en-US" sz="1100" spc="-1" strike="noStrike">
                          <a:solidFill>
                            <a:srgbClr val="f5a623"/>
                          </a:solidFill>
                          <a:latin typeface="Inter"/>
                        </a:rPr>
                        <a:t>Column8</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NuméroTélephone</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String</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Colonne entierement distincte sans les nulls, qui est tout le temps dans le format XXXXXXXXXX</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20040">
                <a:tc>
                  <a:txBody>
                    <a:bodyPr lIns="73080" rIns="73080" anchor="ctr">
                      <a:noAutofit/>
                    </a:bodyPr>
                    <a:p>
                      <a:pPr>
                        <a:lnSpc>
                          <a:spcPct val="100000"/>
                        </a:lnSpc>
                        <a:buNone/>
                      </a:pPr>
                      <a:r>
                        <a:rPr b="0" lang="en-US" sz="1100" spc="-1" strike="noStrike">
                          <a:solidFill>
                            <a:srgbClr val="f5a623"/>
                          </a:solidFill>
                          <a:latin typeface="Inter"/>
                        </a:rPr>
                        <a:t>Column9</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Mail</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String</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Colonne entierement distincte sans les nulls, et exemples possédants des @</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bl>
          </a:graphicData>
        </a:graphic>
      </p:graphicFrame>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8" name="PlaceHolder 1"/>
          <p:cNvSpPr>
            <a:spLocks noGrp="1"/>
          </p:cNvSpPr>
          <p:nvPr>
            <p:ph type="title"/>
          </p:nvPr>
        </p:nvSpPr>
        <p:spPr>
          <a:xfrm>
            <a:off x="640080" y="502920"/>
            <a:ext cx="10906920" cy="729720"/>
          </a:xfrm>
          <a:prstGeom prst="rect">
            <a:avLst/>
          </a:prstGeom>
          <a:noFill/>
          <a:ln w="0">
            <a:noFill/>
          </a:ln>
        </p:spPr>
        <p:txBody>
          <a:bodyPr lIns="0" rIns="0" tIns="0" bIns="0" anchor="t">
            <a:noAutofit/>
          </a:bodyPr>
          <a:p>
            <a:pPr>
              <a:lnSpc>
                <a:spcPct val="100000"/>
              </a:lnSpc>
              <a:buNone/>
              <a:tabLst>
                <a:tab algn="l" pos="0"/>
              </a:tabLst>
            </a:pPr>
            <a:r>
              <a:rPr b="0" lang="en-US" sz="2800" spc="-1" strike="noStrike">
                <a:solidFill>
                  <a:srgbClr val="f7f6f2"/>
                </a:solidFill>
                <a:latin typeface="Fraunces SemiBold"/>
                <a:ea typeface="Fraunces SemiBold"/>
              </a:rPr>
              <a:t>Trois directions, trois définitions du « client actif »</a:t>
            </a:r>
            <a:endParaRPr b="0" lang="fr-FR" sz="2800" spc="-1" strike="noStrike">
              <a:latin typeface="Arial"/>
            </a:endParaRPr>
          </a:p>
        </p:txBody>
      </p:sp>
      <p:sp>
        <p:nvSpPr>
          <p:cNvPr id="249" name="PlaceHolder 2"/>
          <p:cNvSpPr>
            <a:spLocks noGrp="1"/>
          </p:cNvSpPr>
          <p:nvPr>
            <p:ph type="sldNum" idx="16"/>
          </p:nvPr>
        </p:nvSpPr>
        <p:spPr>
          <a:xfrm>
            <a:off x="10820160" y="6309360"/>
            <a:ext cx="729720" cy="29088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301905BC-8D07-4D3A-9803-39A9C358005E}"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250" name="TextBox 25"/>
          <p:cNvSpPr/>
          <p:nvPr/>
        </p:nvSpPr>
        <p:spPr>
          <a:xfrm>
            <a:off x="640080" y="283680"/>
            <a:ext cx="8044920" cy="18000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88" strike="noStrike">
                <a:solidFill>
                  <a:srgbClr val="f5a623"/>
                </a:solidFill>
                <a:latin typeface="Inter"/>
                <a:ea typeface="DejaVu Sans"/>
              </a:rPr>
              <a:t>S1 · US-09</a:t>
            </a:r>
            <a:endParaRPr b="0" lang="fr-FR" sz="1100" spc="-1" strike="noStrike">
              <a:latin typeface="Arial"/>
            </a:endParaRPr>
          </a:p>
        </p:txBody>
      </p:sp>
      <p:sp>
        <p:nvSpPr>
          <p:cNvPr id="251" name="TextBox 26"/>
          <p:cNvSpPr/>
          <p:nvPr/>
        </p:nvSpPr>
        <p:spPr>
          <a:xfrm>
            <a:off x="6976800" y="291960"/>
            <a:ext cx="4570200" cy="163440"/>
          </a:xfrm>
          <a:prstGeom prst="rect">
            <a:avLst/>
          </a:prstGeom>
          <a:noFill/>
          <a:ln w="0">
            <a:noFill/>
          </a:ln>
        </p:spPr>
        <p:style>
          <a:lnRef idx="0"/>
          <a:fillRef idx="0"/>
          <a:effectRef idx="0"/>
          <a:fontRef idx="minor"/>
        </p:style>
        <p:txBody>
          <a:bodyPr lIns="0" rIns="0" tIns="0" bIns="0" anchor="ctr">
            <a:spAutoFit/>
          </a:bodyPr>
          <a:p>
            <a:pPr algn="r">
              <a:lnSpc>
                <a:spcPct val="108000"/>
              </a:lnSpc>
              <a:spcAft>
                <a:spcPts val="400"/>
              </a:spcAft>
              <a:buNone/>
            </a:pPr>
            <a:r>
              <a:rPr b="1" lang="fr-FR" sz="1000" spc="106" strike="noStrike">
                <a:solidFill>
                  <a:srgbClr val="0f9b8e"/>
                </a:solidFill>
                <a:latin typeface="Inter"/>
                <a:ea typeface="DejaVu Sans"/>
              </a:rPr>
              <a:t>CRITÈRE : PROFILAGE ET DIAGNOSTIC · 20 %</a:t>
            </a:r>
            <a:endParaRPr b="0" lang="fr-FR" sz="1000" spc="-1" strike="noStrike">
              <a:latin typeface="Arial"/>
            </a:endParaRPr>
          </a:p>
        </p:txBody>
      </p:sp>
      <p:sp>
        <p:nvSpPr>
          <p:cNvPr id="252" name="Attendu"/>
          <p:cNvSpPr/>
          <p:nvPr/>
        </p:nvSpPr>
        <p:spPr>
          <a:xfrm>
            <a:off x="640080" y="1325880"/>
            <a:ext cx="10906920" cy="106920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253" name="Attendu barre"/>
          <p:cNvSpPr/>
          <p:nvPr/>
        </p:nvSpPr>
        <p:spPr>
          <a:xfrm>
            <a:off x="640080" y="1325880"/>
            <a:ext cx="80640" cy="106920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254" name="Icône target" descr="Icône target"/>
          <p:cNvPicPr/>
          <p:nvPr/>
        </p:nvPicPr>
        <p:blipFill>
          <a:blip r:embed="rId1"/>
          <a:stretch/>
        </p:blipFill>
        <p:spPr>
          <a:xfrm>
            <a:off x="896040" y="1435680"/>
            <a:ext cx="272520" cy="272520"/>
          </a:xfrm>
          <a:prstGeom prst="rect">
            <a:avLst/>
          </a:prstGeom>
          <a:ln w="0">
            <a:noFill/>
          </a:ln>
        </p:spPr>
      </p:pic>
      <p:sp>
        <p:nvSpPr>
          <p:cNvPr id="255" name="TextBox 30"/>
          <p:cNvSpPr/>
          <p:nvPr/>
        </p:nvSpPr>
        <p:spPr>
          <a:xfrm>
            <a:off x="1261800" y="1473480"/>
            <a:ext cx="7313400" cy="19620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200" spc="126" strike="noStrike">
                <a:solidFill>
                  <a:srgbClr val="f5a623"/>
                </a:solidFill>
                <a:latin typeface="Inter"/>
                <a:ea typeface="DejaVu Sans"/>
              </a:rPr>
              <a:t>ATTENDU SUR CETTE PAGE</a:t>
            </a:r>
            <a:endParaRPr b="0" lang="fr-FR" sz="1200" spc="-1" strike="noStrike">
              <a:latin typeface="Arial"/>
            </a:endParaRPr>
          </a:p>
        </p:txBody>
      </p:sp>
      <p:sp>
        <p:nvSpPr>
          <p:cNvPr id="256" name="TextBox 31"/>
          <p:cNvSpPr/>
          <p:nvPr/>
        </p:nvSpPr>
        <p:spPr>
          <a:xfrm>
            <a:off x="914400" y="1783080"/>
            <a:ext cx="10358280" cy="465480"/>
          </a:xfrm>
          <a:prstGeom prst="rect">
            <a:avLst/>
          </a:prstGeom>
          <a:noFill/>
          <a:ln w="0">
            <a:noFill/>
          </a:ln>
        </p:spPr>
        <p:style>
          <a:lnRef idx="0"/>
          <a:fillRef idx="0"/>
          <a:effectRef idx="0"/>
          <a:fontRef idx="minor"/>
        </p:style>
        <p:txBody>
          <a:bodyPr lIns="0" rIns="0" tIns="0" bIns="0" anchor="t">
            <a:spAutoFit/>
          </a:bodyPr>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Le </a:t>
            </a:r>
            <a:r>
              <a:rPr b="1" lang="fr-FR" sz="1300" spc="-1" strike="noStrike">
                <a:solidFill>
                  <a:srgbClr val="f5a623"/>
                </a:solidFill>
                <a:latin typeface="Inter"/>
                <a:ea typeface="DejaVu Sans"/>
              </a:rPr>
              <a:t>nombre de clients actifs</a:t>
            </a:r>
            <a:r>
              <a:rPr b="0" lang="fr-FR" sz="1300" spc="-1" strike="noStrike">
                <a:solidFill>
                  <a:srgbClr val="f7f6f2"/>
                </a:solidFill>
                <a:latin typeface="Inter"/>
                <a:ea typeface="DejaVu Sans"/>
              </a:rPr>
              <a:t> selon chaque direction, avec la définition utilisée.</a:t>
            </a:r>
            <a:endParaRPr b="0" lang="fr-FR" sz="1300" spc="-1" strike="noStrike">
              <a:latin typeface="Arial"/>
            </a:endParaRPr>
          </a:p>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a:t>
            </a:r>
            <a:r>
              <a:rPr b="1" lang="fr-FR" sz="1300" spc="-1" strike="noStrike">
                <a:solidFill>
                  <a:srgbClr val="f5a623"/>
                </a:solidFill>
                <a:latin typeface="Inter"/>
                <a:ea typeface="DejaVu Sans"/>
              </a:rPr>
              <a:t>écart</a:t>
            </a:r>
            <a:r>
              <a:rPr b="0" lang="fr-FR" sz="1300" spc="-1" strike="noStrike">
                <a:solidFill>
                  <a:srgbClr val="f7f6f2"/>
                </a:solidFill>
                <a:latin typeface="Inter"/>
                <a:ea typeface="DejaVu Sans"/>
              </a:rPr>
              <a:t> avec la définition de la fiche </a:t>
            </a:r>
            <a:r>
              <a:rPr b="1" lang="fr-FR" sz="1300" spc="-1" strike="noStrike">
                <a:solidFill>
                  <a:srgbClr val="f5a623"/>
                </a:solidFill>
                <a:latin typeface="Inter"/>
                <a:ea typeface="DejaVu Sans"/>
              </a:rPr>
              <a:t>CD-001</a:t>
            </a:r>
            <a:r>
              <a:rPr b="0" lang="fr-FR" sz="1300" spc="-1" strike="noStrike">
                <a:solidFill>
                  <a:srgbClr val="f7f6f2"/>
                </a:solidFill>
                <a:latin typeface="Inter"/>
                <a:ea typeface="DejaVu Sans"/>
              </a:rPr>
              <a:t>, et la conséquence pour la gouvernance.</a:t>
            </a:r>
            <a:endParaRPr b="0" lang="fr-FR" sz="1300" spc="-1" strike="noStrike">
              <a:latin typeface="Arial"/>
            </a:endParaRPr>
          </a:p>
        </p:txBody>
      </p:sp>
      <p:graphicFrame>
        <p:nvGraphicFramePr>
          <p:cNvPr id="257" name="Table 32"/>
          <p:cNvGraphicFramePr/>
          <p:nvPr/>
        </p:nvGraphicFramePr>
        <p:xfrm>
          <a:off x="640080" y="2579760"/>
          <a:ext cx="10908360" cy="1535400"/>
        </p:xfrm>
        <a:graphic>
          <a:graphicData uri="http://schemas.openxmlformats.org/drawingml/2006/table">
            <a:tbl>
              <a:tblPr/>
              <a:tblGrid>
                <a:gridCol w="2011680"/>
                <a:gridCol w="4754880"/>
                <a:gridCol w="2011680"/>
                <a:gridCol w="2130480"/>
              </a:tblGrid>
              <a:tr h="383760">
                <a:tc>
                  <a:txBody>
                    <a:bodyPr lIns="73080" rIns="73080" anchor="ctr">
                      <a:noAutofit/>
                    </a:bodyPr>
                    <a:p>
                      <a:pPr>
                        <a:lnSpc>
                          <a:spcPct val="100000"/>
                        </a:lnSpc>
                        <a:buNone/>
                      </a:pPr>
                      <a:r>
                        <a:rPr b="1" lang="en-US" sz="1100" spc="46" strike="noStrike">
                          <a:solidFill>
                            <a:srgbClr val="f5a623"/>
                          </a:solidFill>
                          <a:latin typeface="Inter"/>
                        </a:rPr>
                        <a:t>Direction</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100" spc="46" strike="noStrike">
                          <a:solidFill>
                            <a:srgbClr val="f5a623"/>
                          </a:solidFill>
                          <a:latin typeface="Inter"/>
                        </a:rPr>
                        <a:t>Définition utilisée</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100" spc="46" strike="noStrike">
                          <a:solidFill>
                            <a:srgbClr val="f5a623"/>
                          </a:solidFill>
                          <a:latin typeface="Inter"/>
                        </a:rPr>
                        <a:t>Nombre de clients</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100" spc="46" strike="noStrike">
                          <a:solidFill>
                            <a:srgbClr val="f5a623"/>
                          </a:solidFill>
                          <a:latin typeface="Inter"/>
                        </a:rPr>
                        <a:t>Écart avec CD-001</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r>
              <a:tr h="383760">
                <a:tc>
                  <a:txBody>
                    <a:bodyPr lIns="73080" rIns="73080" anchor="ctr">
                      <a:noAutofit/>
                    </a:bodyPr>
                    <a:p>
                      <a:pPr>
                        <a:lnSpc>
                          <a:spcPct val="100000"/>
                        </a:lnSpc>
                        <a:buNone/>
                      </a:pPr>
                      <a:r>
                        <a:rPr b="1" lang="en-US" sz="1200" spc="-1" strike="noStrike">
                          <a:solidFill>
                            <a:srgbClr val="f7f6f2"/>
                          </a:solidFill>
                          <a:latin typeface="Inter"/>
                        </a:rPr>
                        <a:t>Commerciale</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200" spc="-1" strike="noStrike">
                          <a:solidFill>
                            <a:srgbClr val="f5a623"/>
                          </a:solidFill>
                          <a:latin typeface="Inter"/>
                        </a:rPr>
                        <a:t>Un client à au moins un contrat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50508</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+12459</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83760">
                <a:tc>
                  <a:txBody>
                    <a:bodyPr lIns="73080" rIns="73080" anchor="ctr">
                      <a:noAutofit/>
                    </a:bodyPr>
                    <a:p>
                      <a:pPr>
                        <a:lnSpc>
                          <a:spcPct val="100000"/>
                        </a:lnSpc>
                        <a:buNone/>
                      </a:pPr>
                      <a:r>
                        <a:rPr b="1" lang="en-US" sz="1200" spc="-1" strike="noStrike">
                          <a:solidFill>
                            <a:srgbClr val="f7f6f2"/>
                          </a:solidFill>
                          <a:latin typeface="Inter"/>
                        </a:rPr>
                        <a:t>Sinistres</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200" spc="-1" strike="noStrike">
                          <a:solidFill>
                            <a:srgbClr val="f5a623"/>
                          </a:solidFill>
                          <a:latin typeface="Inter"/>
                        </a:rPr>
                        <a:t>Un client à un contract actif par rapport à la date de référence</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44116</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+6067</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84480">
                <a:tc>
                  <a:txBody>
                    <a:bodyPr lIns="73080" rIns="73080" anchor="ctr">
                      <a:noAutofit/>
                    </a:bodyPr>
                    <a:p>
                      <a:pPr>
                        <a:lnSpc>
                          <a:spcPct val="100000"/>
                        </a:lnSpc>
                        <a:buNone/>
                      </a:pPr>
                      <a:r>
                        <a:rPr b="1" lang="en-US" sz="1200" spc="-1" strike="noStrike">
                          <a:solidFill>
                            <a:srgbClr val="f7f6f2"/>
                          </a:solidFill>
                          <a:latin typeface="Inter"/>
                        </a:rPr>
                        <a:t>Risques</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200" spc="-1" strike="noStrike">
                          <a:solidFill>
                            <a:srgbClr val="f5a623"/>
                          </a:solidFill>
                          <a:latin typeface="Inter"/>
                        </a:rPr>
                        <a:t>Un client à un contract actif par rapport à la date de référence et une cotisation sur les trois derniers mois</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38049</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0</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bl>
          </a:graphicData>
        </a:graphic>
      </p:graphicFrame>
      <p:sp>
        <p:nvSpPr>
          <p:cNvPr id="258" name="TextBox 33"/>
          <p:cNvSpPr/>
          <p:nvPr/>
        </p:nvSpPr>
        <p:spPr>
          <a:xfrm>
            <a:off x="640080" y="4381560"/>
            <a:ext cx="10906920" cy="18000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06" strike="noStrike">
                <a:solidFill>
                  <a:srgbClr val="f5a623"/>
                </a:solidFill>
                <a:latin typeface="Inter"/>
                <a:ea typeface="DejaVu Sans"/>
              </a:rPr>
              <a:t>CONSÉQUENCE POUR LA GOUVERNANCE, EN TROIS PHRASES</a:t>
            </a:r>
            <a:endParaRPr b="0" lang="fr-FR" sz="1100" spc="-1" strike="noStrike">
              <a:latin typeface="Arial"/>
            </a:endParaRPr>
          </a:p>
        </p:txBody>
      </p:sp>
      <p:sp>
        <p:nvSpPr>
          <p:cNvPr id="259" name="Zone à rédiger"/>
          <p:cNvSpPr/>
          <p:nvPr/>
        </p:nvSpPr>
        <p:spPr>
          <a:xfrm>
            <a:off x="640080" y="4637160"/>
            <a:ext cx="10906920" cy="148752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rIns="137160" tIns="73080" bIns="73080" anchor="t">
            <a:noAutofit/>
          </a:bodyPr>
          <a:p>
            <a:pPr>
              <a:lnSpc>
                <a:spcPct val="100000"/>
              </a:lnSpc>
              <a:buNone/>
            </a:pPr>
            <a:r>
              <a:rPr b="0" i="1" lang="fr-FR" sz="1200" spc="-1" strike="noStrike">
                <a:solidFill>
                  <a:srgbClr val="8e99a4"/>
                </a:solidFill>
                <a:latin typeface="Inter"/>
                <a:ea typeface="DejaVu Sans"/>
              </a:rPr>
              <a:t>Cela empêche la direction d'avoir une vision unifiée du chiffre d'affaires potentiel et de piloter les activités. De plus, cela impose de créer d'urgence un dictionnaire de données  définissant un socle commun tout en documentant ces différentes spécificitées.</a:t>
            </a:r>
            <a:endParaRPr b="0" lang="fr-FR" sz="1200" spc="-1" strike="noStrike">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0" name="PlaceHolder 1"/>
          <p:cNvSpPr>
            <a:spLocks noGrp="1"/>
          </p:cNvSpPr>
          <p:nvPr>
            <p:ph type="title"/>
          </p:nvPr>
        </p:nvSpPr>
        <p:spPr>
          <a:xfrm>
            <a:off x="640080" y="502920"/>
            <a:ext cx="10906920" cy="729720"/>
          </a:xfrm>
          <a:prstGeom prst="rect">
            <a:avLst/>
          </a:prstGeom>
          <a:noFill/>
          <a:ln w="0">
            <a:noFill/>
          </a:ln>
        </p:spPr>
        <p:txBody>
          <a:bodyPr lIns="0" rIns="0" tIns="0" bIns="0" anchor="t">
            <a:noAutofit/>
          </a:bodyPr>
          <a:p>
            <a:pPr>
              <a:lnSpc>
                <a:spcPct val="100000"/>
              </a:lnSpc>
              <a:buNone/>
              <a:tabLst>
                <a:tab algn="l" pos="0"/>
              </a:tabLst>
            </a:pPr>
            <a:r>
              <a:rPr b="0" lang="en-US" sz="2800" spc="-1" strike="noStrike">
                <a:solidFill>
                  <a:srgbClr val="f7f6f2"/>
                </a:solidFill>
                <a:latin typeface="Fraunces SemiBold"/>
                <a:ea typeface="Fraunces SemiBold"/>
              </a:rPr>
              <a:t>Bilan de S1 : critères de fin et difficultés</a:t>
            </a:r>
            <a:endParaRPr b="0" lang="fr-FR" sz="2800" spc="-1" strike="noStrike">
              <a:latin typeface="Arial"/>
            </a:endParaRPr>
          </a:p>
        </p:txBody>
      </p:sp>
      <p:sp>
        <p:nvSpPr>
          <p:cNvPr id="261" name="PlaceHolder 2"/>
          <p:cNvSpPr>
            <a:spLocks noGrp="1"/>
          </p:cNvSpPr>
          <p:nvPr>
            <p:ph type="sldNum" idx="17"/>
          </p:nvPr>
        </p:nvSpPr>
        <p:spPr>
          <a:xfrm>
            <a:off x="10820160" y="6309360"/>
            <a:ext cx="729720" cy="29088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D87A34BD-B0B7-40C6-89AA-54967B595B9E}"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262" name="TextBox 25"/>
          <p:cNvSpPr/>
          <p:nvPr/>
        </p:nvSpPr>
        <p:spPr>
          <a:xfrm>
            <a:off x="640080" y="283680"/>
            <a:ext cx="8044920" cy="18000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88" strike="noStrike">
                <a:solidFill>
                  <a:srgbClr val="f5a623"/>
                </a:solidFill>
                <a:latin typeface="Inter"/>
                <a:ea typeface="DejaVu Sans"/>
              </a:rPr>
              <a:t>S1 · BILAN</a:t>
            </a:r>
            <a:endParaRPr b="0" lang="fr-FR" sz="1100" spc="-1" strike="noStrike">
              <a:latin typeface="Arial"/>
            </a:endParaRPr>
          </a:p>
        </p:txBody>
      </p:sp>
      <p:sp>
        <p:nvSpPr>
          <p:cNvPr id="263" name="TextBox 26"/>
          <p:cNvSpPr/>
          <p:nvPr/>
        </p:nvSpPr>
        <p:spPr>
          <a:xfrm>
            <a:off x="6976800" y="291960"/>
            <a:ext cx="4570200" cy="163440"/>
          </a:xfrm>
          <a:prstGeom prst="rect">
            <a:avLst/>
          </a:prstGeom>
          <a:noFill/>
          <a:ln w="0">
            <a:noFill/>
          </a:ln>
        </p:spPr>
        <p:style>
          <a:lnRef idx="0"/>
          <a:fillRef idx="0"/>
          <a:effectRef idx="0"/>
          <a:fontRef idx="minor"/>
        </p:style>
        <p:txBody>
          <a:bodyPr lIns="0" rIns="0" tIns="0" bIns="0" anchor="ctr">
            <a:spAutoFit/>
          </a:bodyPr>
          <a:p>
            <a:pPr algn="r">
              <a:lnSpc>
                <a:spcPct val="108000"/>
              </a:lnSpc>
              <a:spcAft>
                <a:spcPts val="400"/>
              </a:spcAft>
              <a:buNone/>
            </a:pPr>
            <a:r>
              <a:rPr b="1" lang="fr-FR" sz="1000" spc="106" strike="noStrike">
                <a:solidFill>
                  <a:srgbClr val="0f9b8e"/>
                </a:solidFill>
                <a:latin typeface="Inter"/>
                <a:ea typeface="DejaVu Sans"/>
              </a:rPr>
              <a:t>CRITÈRE : PROFILAGE ET DIAGNOSTIC · 20 %</a:t>
            </a:r>
            <a:endParaRPr b="0" lang="fr-FR" sz="1000" spc="-1" strike="noStrike">
              <a:latin typeface="Arial"/>
            </a:endParaRPr>
          </a:p>
        </p:txBody>
      </p:sp>
      <p:sp>
        <p:nvSpPr>
          <p:cNvPr id="264" name="Attendu"/>
          <p:cNvSpPr/>
          <p:nvPr/>
        </p:nvSpPr>
        <p:spPr>
          <a:xfrm>
            <a:off x="640080" y="1325880"/>
            <a:ext cx="10906920" cy="106920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265" name="Attendu barre"/>
          <p:cNvSpPr/>
          <p:nvPr/>
        </p:nvSpPr>
        <p:spPr>
          <a:xfrm>
            <a:off x="640080" y="1325880"/>
            <a:ext cx="80640" cy="106920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266" name="Icône target" descr="Icône target"/>
          <p:cNvPicPr/>
          <p:nvPr/>
        </p:nvPicPr>
        <p:blipFill>
          <a:blip r:embed="rId1"/>
          <a:stretch/>
        </p:blipFill>
        <p:spPr>
          <a:xfrm>
            <a:off x="896040" y="1435680"/>
            <a:ext cx="272520" cy="272520"/>
          </a:xfrm>
          <a:prstGeom prst="rect">
            <a:avLst/>
          </a:prstGeom>
          <a:ln w="0">
            <a:noFill/>
          </a:ln>
        </p:spPr>
      </p:pic>
      <p:sp>
        <p:nvSpPr>
          <p:cNvPr id="267" name="TextBox 30"/>
          <p:cNvSpPr/>
          <p:nvPr/>
        </p:nvSpPr>
        <p:spPr>
          <a:xfrm>
            <a:off x="1261800" y="1473480"/>
            <a:ext cx="7313400" cy="19620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200" spc="126" strike="noStrike">
                <a:solidFill>
                  <a:srgbClr val="f5a623"/>
                </a:solidFill>
                <a:latin typeface="Inter"/>
                <a:ea typeface="DejaVu Sans"/>
              </a:rPr>
              <a:t>ATTENDU SUR CETTE PAGE</a:t>
            </a:r>
            <a:endParaRPr b="0" lang="fr-FR" sz="1200" spc="-1" strike="noStrike">
              <a:latin typeface="Arial"/>
            </a:endParaRPr>
          </a:p>
        </p:txBody>
      </p:sp>
      <p:sp>
        <p:nvSpPr>
          <p:cNvPr id="268" name="TextBox 31"/>
          <p:cNvSpPr/>
          <p:nvPr/>
        </p:nvSpPr>
        <p:spPr>
          <a:xfrm>
            <a:off x="914400" y="1783080"/>
            <a:ext cx="10358280" cy="465480"/>
          </a:xfrm>
          <a:prstGeom prst="rect">
            <a:avLst/>
          </a:prstGeom>
          <a:noFill/>
          <a:ln w="0">
            <a:noFill/>
          </a:ln>
        </p:spPr>
        <p:style>
          <a:lnRef idx="0"/>
          <a:fillRef idx="0"/>
          <a:effectRef idx="0"/>
          <a:fontRef idx="minor"/>
        </p:style>
        <p:txBody>
          <a:bodyPr lIns="0" rIns="0" tIns="0" bIns="0" anchor="t">
            <a:spAutoFit/>
          </a:bodyPr>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Chaque critère coché est </a:t>
            </a:r>
            <a:r>
              <a:rPr b="1" lang="fr-FR" sz="1300" spc="-1" strike="noStrike">
                <a:solidFill>
                  <a:srgbClr val="f5a623"/>
                </a:solidFill>
                <a:latin typeface="Inter"/>
                <a:ea typeface="DejaVu Sans"/>
              </a:rPr>
              <a:t>démontré</a:t>
            </a:r>
            <a:r>
              <a:rPr b="0" lang="fr-FR" sz="1300" spc="-1" strike="noStrike">
                <a:solidFill>
                  <a:srgbClr val="f7f6f2"/>
                </a:solidFill>
                <a:latin typeface="Inter"/>
                <a:ea typeface="DejaVu Sans"/>
              </a:rPr>
              <a:t> par une page de ce livrable ou par un fichier du dépôt.</a:t>
            </a:r>
            <a:endParaRPr b="0" lang="fr-FR" sz="1300" spc="-1" strike="noStrike">
              <a:latin typeface="Arial"/>
            </a:endParaRPr>
          </a:p>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Les difficultés sont </a:t>
            </a:r>
            <a:r>
              <a:rPr b="1" lang="fr-FR" sz="1300" spc="-1" strike="noStrike">
                <a:solidFill>
                  <a:srgbClr val="f5a623"/>
                </a:solidFill>
                <a:latin typeface="Inter"/>
                <a:ea typeface="DejaVu Sans"/>
              </a:rPr>
              <a:t>chiffrées en temps perdu</a:t>
            </a:r>
            <a:r>
              <a:rPr b="0" lang="fr-FR" sz="1300" spc="-1" strike="noStrike">
                <a:solidFill>
                  <a:srgbClr val="f7f6f2"/>
                </a:solidFill>
                <a:latin typeface="Inter"/>
                <a:ea typeface="DejaVu Sans"/>
              </a:rPr>
              <a:t> ; un point de reprise utilisé est </a:t>
            </a:r>
            <a:r>
              <a:rPr b="1" lang="fr-FR" sz="1300" spc="-1" strike="noStrike">
                <a:solidFill>
                  <a:srgbClr val="f5a623"/>
                </a:solidFill>
                <a:latin typeface="Inter"/>
                <a:ea typeface="DejaVu Sans"/>
              </a:rPr>
              <a:t>déclaré</a:t>
            </a:r>
            <a:r>
              <a:rPr b="0" lang="fr-FR" sz="1300" spc="-1" strike="noStrike">
                <a:solidFill>
                  <a:srgbClr val="f7f6f2"/>
                </a:solidFill>
                <a:latin typeface="Inter"/>
                <a:ea typeface="DejaVu Sans"/>
              </a:rPr>
              <a:t>.</a:t>
            </a:r>
            <a:endParaRPr b="0" lang="fr-FR" sz="1300" spc="-1" strike="noStrike">
              <a:latin typeface="Arial"/>
            </a:endParaRPr>
          </a:p>
        </p:txBody>
      </p:sp>
      <p:sp>
        <p:nvSpPr>
          <p:cNvPr id="269" name="Rectangle 32"/>
          <p:cNvSpPr/>
          <p:nvPr/>
        </p:nvSpPr>
        <p:spPr>
          <a:xfrm>
            <a:off x="640080" y="2579760"/>
            <a:ext cx="5118840" cy="3544920"/>
          </a:xfrm>
          <a:prstGeom prst="rect">
            <a:avLst/>
          </a:prstGeom>
          <a:solidFill>
            <a:srgbClr val="1c2e3d"/>
          </a:solidFill>
          <a:ln>
            <a:solidFill>
              <a:srgbClr val="2a4156"/>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270" name="Icône ok" descr="Icône ok"/>
          <p:cNvPicPr/>
          <p:nvPr/>
        </p:nvPicPr>
        <p:blipFill>
          <a:blip r:embed="rId2"/>
          <a:stretch/>
        </p:blipFill>
        <p:spPr>
          <a:xfrm>
            <a:off x="868680" y="2735280"/>
            <a:ext cx="309240" cy="309240"/>
          </a:xfrm>
          <a:prstGeom prst="rect">
            <a:avLst/>
          </a:prstGeom>
          <a:ln w="0">
            <a:noFill/>
          </a:ln>
        </p:spPr>
      </p:pic>
      <p:sp>
        <p:nvSpPr>
          <p:cNvPr id="271" name="TextBox 34"/>
          <p:cNvSpPr/>
          <p:nvPr/>
        </p:nvSpPr>
        <p:spPr>
          <a:xfrm>
            <a:off x="1289160" y="2783160"/>
            <a:ext cx="4570200" cy="21312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300" spc="106" strike="noStrike">
                <a:solidFill>
                  <a:srgbClr val="f7f6f2"/>
                </a:solidFill>
                <a:latin typeface="Inter"/>
                <a:ea typeface="DejaVu Sans"/>
              </a:rPr>
              <a:t>CRITÈRES DE FIN</a:t>
            </a:r>
            <a:endParaRPr b="0" lang="fr-FR" sz="1300" spc="-1" strike="noStrike">
              <a:latin typeface="Arial"/>
            </a:endParaRPr>
          </a:p>
        </p:txBody>
      </p:sp>
      <p:sp>
        <p:nvSpPr>
          <p:cNvPr id="272" name="TextBox 35"/>
          <p:cNvSpPr/>
          <p:nvPr/>
        </p:nvSpPr>
        <p:spPr>
          <a:xfrm>
            <a:off x="868680" y="3219840"/>
            <a:ext cx="4661640" cy="2410920"/>
          </a:xfrm>
          <a:prstGeom prst="rect">
            <a:avLst/>
          </a:prstGeom>
          <a:noFill/>
          <a:ln w="0">
            <a:noFill/>
          </a:ln>
        </p:spPr>
        <p:style>
          <a:lnRef idx="0"/>
          <a:fillRef idx="0"/>
          <a:effectRef idx="0"/>
          <a:fontRef idx="minor"/>
        </p:style>
        <p:txBody>
          <a:bodyPr lIns="0" rIns="0" tIns="0" bIns="0" anchor="t">
            <a:spAutoFit/>
          </a:bodyPr>
          <a:p>
            <a:pPr>
              <a:lnSpc>
                <a:spcPct val="108000"/>
              </a:lnSpc>
              <a:spcAft>
                <a:spcPts val="700"/>
              </a:spcAft>
              <a:buNone/>
            </a:pPr>
            <a:r>
              <a:rPr b="0" lang="fr-FR" sz="1250" spc="-1" strike="noStrike">
                <a:solidFill>
                  <a:srgbClr val="f7f6f2"/>
                </a:solidFill>
                <a:latin typeface="Consolas"/>
                <a:ea typeface="DejaVu Sans"/>
              </a:rPr>
              <a:t>[X]</a:t>
            </a:r>
            <a:r>
              <a:rPr b="0" lang="fr-FR" sz="1250" spc="-1" strike="noStrike">
                <a:solidFill>
                  <a:srgbClr val="f7f6f2"/>
                </a:solidFill>
                <a:latin typeface="Inter"/>
                <a:ea typeface="DejaVu Sans"/>
              </a:rPr>
              <a:t> Les sept tables bronze existent et chaque ligne porte ses quatre métadonnées.</a:t>
            </a:r>
            <a:endParaRPr b="0" lang="fr-FR" sz="1250" spc="-1" strike="noStrike">
              <a:latin typeface="Arial"/>
            </a:endParaRPr>
          </a:p>
          <a:p>
            <a:pPr>
              <a:lnSpc>
                <a:spcPct val="108000"/>
              </a:lnSpc>
              <a:spcAft>
                <a:spcPts val="700"/>
              </a:spcAft>
              <a:buNone/>
            </a:pPr>
            <a:r>
              <a:rPr b="0" lang="fr-FR" sz="1250" spc="-1" strike="noStrike">
                <a:solidFill>
                  <a:srgbClr val="f7f6f2"/>
                </a:solidFill>
                <a:latin typeface="Consolas"/>
                <a:ea typeface="DejaVu Sans"/>
              </a:rPr>
              <a:t>[X]</a:t>
            </a:r>
            <a:r>
              <a:rPr b="0" lang="fr-FR" sz="1250" spc="-1" strike="noStrike">
                <a:solidFill>
                  <a:srgbClr val="f7f6f2"/>
                </a:solidFill>
                <a:latin typeface="Inter"/>
                <a:ea typeface="DejaVu Sans"/>
              </a:rPr>
              <a:t> La porte B ne montre aucun écart de comptage ni de somme de contrôle.</a:t>
            </a:r>
            <a:endParaRPr b="0" lang="fr-FR" sz="1250" spc="-1" strike="noStrike">
              <a:latin typeface="Arial"/>
            </a:endParaRPr>
          </a:p>
          <a:p>
            <a:pPr>
              <a:lnSpc>
                <a:spcPct val="108000"/>
              </a:lnSpc>
              <a:spcAft>
                <a:spcPts val="700"/>
              </a:spcAft>
              <a:buNone/>
            </a:pPr>
            <a:r>
              <a:rPr b="0" lang="fr-FR" sz="1250" spc="-1" strike="noStrike">
                <a:solidFill>
                  <a:srgbClr val="f7f6f2"/>
                </a:solidFill>
                <a:latin typeface="Consolas"/>
                <a:ea typeface="DejaVu Sans"/>
              </a:rPr>
              <a:t>[X]</a:t>
            </a:r>
            <a:r>
              <a:rPr b="0" lang="fr-FR" sz="1250" spc="-1" strike="noStrike">
                <a:solidFill>
                  <a:srgbClr val="f7f6f2"/>
                </a:solidFill>
                <a:latin typeface="Inter"/>
                <a:ea typeface="DejaVu Sans"/>
              </a:rPr>
              <a:t> Relancer l'ingestion du même lot ne crée aucun doublon.</a:t>
            </a:r>
            <a:endParaRPr b="0" lang="fr-FR" sz="1250" spc="-1" strike="noStrike">
              <a:latin typeface="Arial"/>
            </a:endParaRPr>
          </a:p>
          <a:p>
            <a:pPr>
              <a:lnSpc>
                <a:spcPct val="108000"/>
              </a:lnSpc>
              <a:spcAft>
                <a:spcPts val="700"/>
              </a:spcAft>
              <a:buNone/>
            </a:pPr>
            <a:r>
              <a:rPr b="0" lang="fr-FR" sz="1250" spc="-1" strike="noStrike">
                <a:solidFill>
                  <a:srgbClr val="f7f6f2"/>
                </a:solidFill>
                <a:latin typeface="Consolas"/>
                <a:ea typeface="DejaVu Sans"/>
              </a:rPr>
              <a:t>[X]</a:t>
            </a:r>
            <a:r>
              <a:rPr b="0" lang="fr-FR" sz="1250" spc="-1" strike="noStrike">
                <a:solidFill>
                  <a:srgbClr val="f7f6f2"/>
                </a:solidFill>
                <a:latin typeface="Inter"/>
                <a:ea typeface="DejaVu Sans"/>
              </a:rPr>
              <a:t> Un écart introduit volontairement fait échouer la porte.</a:t>
            </a:r>
            <a:endParaRPr b="0" lang="fr-FR" sz="1250" spc="-1" strike="noStrike">
              <a:latin typeface="Arial"/>
            </a:endParaRPr>
          </a:p>
          <a:p>
            <a:pPr>
              <a:lnSpc>
                <a:spcPct val="108000"/>
              </a:lnSpc>
              <a:spcAft>
                <a:spcPts val="700"/>
              </a:spcAft>
              <a:buNone/>
            </a:pPr>
            <a:r>
              <a:rPr b="0" lang="fr-FR" sz="1250" spc="-1" strike="noStrike">
                <a:solidFill>
                  <a:srgbClr val="f7f6f2"/>
                </a:solidFill>
                <a:latin typeface="Consolas"/>
                <a:ea typeface="DejaVu Sans"/>
              </a:rPr>
              <a:t>[?]</a:t>
            </a:r>
            <a:r>
              <a:rPr b="0" lang="fr-FR" sz="1250" spc="-1" strike="noStrike">
                <a:solidFill>
                  <a:srgbClr val="f7f6f2"/>
                </a:solidFill>
                <a:latin typeface="Inter"/>
                <a:ea typeface="DejaVu Sans"/>
              </a:rPr>
              <a:t> RQ-021 est écrite dans dq.dq_history (couche BRONZE).</a:t>
            </a:r>
            <a:endParaRPr b="0" lang="fr-FR" sz="1250" spc="-1" strike="noStrike">
              <a:latin typeface="Arial"/>
            </a:endParaRPr>
          </a:p>
        </p:txBody>
      </p:sp>
      <p:sp>
        <p:nvSpPr>
          <p:cNvPr id="273" name="TextBox 36"/>
          <p:cNvSpPr/>
          <p:nvPr/>
        </p:nvSpPr>
        <p:spPr>
          <a:xfrm>
            <a:off x="640080" y="5852160"/>
            <a:ext cx="10906920" cy="180360"/>
          </a:xfrm>
          <a:prstGeom prst="rect">
            <a:avLst/>
          </a:prstGeom>
          <a:noFill/>
          <a:ln w="0">
            <a:noFill/>
          </a:ln>
        </p:spPr>
        <p:style>
          <a:lnRef idx="0"/>
          <a:fillRef idx="0"/>
          <a:effectRef idx="0"/>
          <a:fontRef idx="minor"/>
        </p:style>
        <p:txBody>
          <a:bodyPr lIns="0" rIns="0" tIns="0" bIns="0" anchor="t">
            <a:spAutoFit/>
          </a:bodyPr>
          <a:p>
            <a:pPr>
              <a:lnSpc>
                <a:spcPct val="108000"/>
              </a:lnSpc>
              <a:spcAft>
                <a:spcPts val="400"/>
              </a:spcAft>
              <a:buNone/>
            </a:pPr>
            <a:r>
              <a:rPr b="0" i="1" lang="fr-FR" sz="1100" spc="-1" strike="noStrike">
                <a:solidFill>
                  <a:srgbClr val="8e99a4"/>
                </a:solidFill>
                <a:latin typeface="Inter"/>
                <a:ea typeface="DejaVu Sans"/>
              </a:rPr>
              <a:t>Remplacez [ ] par [x] une fois le critère démontré.</a:t>
            </a:r>
            <a:endParaRPr b="0" lang="fr-FR" sz="1100" spc="-1" strike="noStrike">
              <a:latin typeface="Arial"/>
            </a:endParaRPr>
          </a:p>
        </p:txBody>
      </p:sp>
      <p:sp>
        <p:nvSpPr>
          <p:cNvPr id="274" name="TextBox 37"/>
          <p:cNvSpPr/>
          <p:nvPr/>
        </p:nvSpPr>
        <p:spPr>
          <a:xfrm>
            <a:off x="5943600" y="2616840"/>
            <a:ext cx="5603400" cy="18000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06" strike="noStrike">
                <a:solidFill>
                  <a:srgbClr val="f5a623"/>
                </a:solidFill>
                <a:latin typeface="Inter"/>
                <a:ea typeface="DejaVu Sans"/>
              </a:rPr>
              <a:t>DIFFICULTÉS RENCONTRÉES ET TEMPS PERDU</a:t>
            </a:r>
            <a:endParaRPr b="0" lang="fr-FR" sz="1100" spc="-1" strike="noStrike">
              <a:latin typeface="Arial"/>
            </a:endParaRPr>
          </a:p>
        </p:txBody>
      </p:sp>
      <p:sp>
        <p:nvSpPr>
          <p:cNvPr id="275" name="Zone à rédiger"/>
          <p:cNvSpPr/>
          <p:nvPr/>
        </p:nvSpPr>
        <p:spPr>
          <a:xfrm>
            <a:off x="5943600" y="2872440"/>
            <a:ext cx="5603400" cy="116856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rIns="137160" tIns="73080" bIns="73080" anchor="t">
            <a:noAutofit/>
          </a:bodyPr>
          <a:p>
            <a:pPr>
              <a:lnSpc>
                <a:spcPct val="100000"/>
              </a:lnSpc>
              <a:buNone/>
            </a:pPr>
            <a:r>
              <a:rPr b="0" i="1" lang="fr-FR" sz="1200" spc="-1" strike="noStrike">
                <a:solidFill>
                  <a:srgbClr val="8e99a4"/>
                </a:solidFill>
                <a:latin typeface="Inter"/>
                <a:ea typeface="DejaVu Sans"/>
              </a:rPr>
              <a:t>Lors du S1, nous avons principalement perdue beaucoup de temps, en pensant que nous devions développer nous même les codes pythons. Une fois que nous nous en sommes rendues compte, nous avons pu dérouller le td sans trop de difficulte (à part quelque blocage sur la compréhension des retours demandés).</a:t>
            </a:r>
            <a:endParaRPr b="0" lang="fr-FR" sz="1200" spc="-1" strike="noStrike">
              <a:latin typeface="Arial"/>
            </a:endParaRPr>
          </a:p>
        </p:txBody>
      </p:sp>
      <p:sp>
        <p:nvSpPr>
          <p:cNvPr id="276" name="TextBox 39"/>
          <p:cNvSpPr/>
          <p:nvPr/>
        </p:nvSpPr>
        <p:spPr>
          <a:xfrm>
            <a:off x="5943600" y="4217040"/>
            <a:ext cx="5603400" cy="18000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06" strike="noStrike">
                <a:solidFill>
                  <a:srgbClr val="f5a623"/>
                </a:solidFill>
                <a:latin typeface="Inter"/>
                <a:ea typeface="DejaVu Sans"/>
              </a:rPr>
              <a:t>POINT DE REPRISE UTILISÉ (OUI / NON, LEQUEL)</a:t>
            </a:r>
            <a:endParaRPr b="0" lang="fr-FR" sz="1100" spc="-1" strike="noStrike">
              <a:latin typeface="Arial"/>
            </a:endParaRPr>
          </a:p>
        </p:txBody>
      </p:sp>
      <p:sp>
        <p:nvSpPr>
          <p:cNvPr id="277" name="Zone à rédiger"/>
          <p:cNvSpPr/>
          <p:nvPr/>
        </p:nvSpPr>
        <p:spPr>
          <a:xfrm>
            <a:off x="5943600" y="4472640"/>
            <a:ext cx="5603400" cy="61992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rIns="137160" tIns="73080" bIns="73080" anchor="t">
            <a:noAutofit/>
          </a:bodyPr>
          <a:p>
            <a:pPr>
              <a:lnSpc>
                <a:spcPct val="100000"/>
              </a:lnSpc>
              <a:buNone/>
            </a:pPr>
            <a:r>
              <a:rPr b="0" i="1" lang="fr-FR" sz="1200" spc="-1" strike="noStrike">
                <a:solidFill>
                  <a:srgbClr val="8e99a4"/>
                </a:solidFill>
                <a:latin typeface="Inter"/>
                <a:ea typeface="DejaVu Sans"/>
              </a:rPr>
              <a:t>Non</a:t>
            </a:r>
            <a:endParaRPr b="0" lang="fr-FR" sz="1200" spc="-1" strike="noStrike">
              <a:latin typeface="Arial"/>
            </a:endParaRPr>
          </a:p>
        </p:txBody>
      </p:sp>
      <p:sp>
        <p:nvSpPr>
          <p:cNvPr id="278" name="TextBox 41"/>
          <p:cNvSpPr/>
          <p:nvPr/>
        </p:nvSpPr>
        <p:spPr>
          <a:xfrm>
            <a:off x="5943600" y="5268600"/>
            <a:ext cx="5603400" cy="18000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06" strike="noStrike">
                <a:solidFill>
                  <a:srgbClr val="f5a623"/>
                </a:solidFill>
                <a:latin typeface="Inter"/>
                <a:ea typeface="DejaVu Sans"/>
              </a:rPr>
              <a:t>CE QUE NOUS FERIONS AUTREMENT</a:t>
            </a:r>
            <a:endParaRPr b="0" lang="fr-FR" sz="1100" spc="-1" strike="noStrike">
              <a:latin typeface="Arial"/>
            </a:endParaRPr>
          </a:p>
        </p:txBody>
      </p:sp>
      <p:sp>
        <p:nvSpPr>
          <p:cNvPr id="279" name="Zone à rédiger"/>
          <p:cNvSpPr/>
          <p:nvPr/>
        </p:nvSpPr>
        <p:spPr>
          <a:xfrm>
            <a:off x="5943600" y="5524200"/>
            <a:ext cx="5603400" cy="60048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rIns="137160" tIns="73080" bIns="73080" anchor="t">
            <a:noAutofit/>
          </a:bodyPr>
          <a:p>
            <a:pPr>
              <a:lnSpc>
                <a:spcPct val="100000"/>
              </a:lnSpc>
              <a:buNone/>
            </a:pPr>
            <a:r>
              <a:rPr b="0" i="1" lang="fr-FR" sz="1200" spc="-1" strike="noStrike">
                <a:solidFill>
                  <a:srgbClr val="8e99a4"/>
                </a:solidFill>
                <a:latin typeface="Inter"/>
                <a:ea typeface="DejaVu Sans"/>
              </a:rPr>
              <a:t>Être plus vigilant sur l’ensemble des documents mis à disposition pour avancer sur le TD.</a:t>
            </a:r>
            <a:endParaRPr b="0" lang="fr-FR" sz="1200" spc="-1" strike="noStrike">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0" name="PlaceHolder 1"/>
          <p:cNvSpPr>
            <a:spLocks noGrp="1"/>
          </p:cNvSpPr>
          <p:nvPr>
            <p:ph/>
          </p:nvPr>
        </p:nvSpPr>
        <p:spPr>
          <a:xfrm>
            <a:off x="640080" y="2011680"/>
            <a:ext cx="2741400" cy="1186920"/>
          </a:xfrm>
          <a:prstGeom prst="rect">
            <a:avLst/>
          </a:prstGeom>
          <a:noFill/>
          <a:ln w="0">
            <a:noFill/>
          </a:ln>
        </p:spPr>
        <p:txBody>
          <a:bodyPr lIns="90000" rIns="90000" tIns="45000" bIns="45000" anchor="t">
            <a:noAutofit/>
          </a:bodyPr>
          <a:p>
            <a:pPr>
              <a:lnSpc>
                <a:spcPct val="100000"/>
              </a:lnSpc>
              <a:spcBef>
                <a:spcPts val="1440"/>
              </a:spcBef>
              <a:buNone/>
              <a:tabLst>
                <a:tab algn="l" pos="0"/>
              </a:tabLst>
            </a:pPr>
            <a:r>
              <a:rPr b="0" lang="en-US" sz="7200" spc="-1" strike="noStrike">
                <a:solidFill>
                  <a:srgbClr val="f5a623"/>
                </a:solidFill>
                <a:latin typeface="Fraunces SemiBold"/>
                <a:ea typeface="Fraunces SemiBold"/>
              </a:rPr>
              <a:t>02</a:t>
            </a:r>
            <a:endParaRPr b="0" lang="fr-FR" sz="7200" spc="-1" strike="noStrike">
              <a:latin typeface="Arial"/>
            </a:endParaRPr>
          </a:p>
        </p:txBody>
      </p:sp>
      <p:sp>
        <p:nvSpPr>
          <p:cNvPr id="281" name="PlaceHolder 2"/>
          <p:cNvSpPr>
            <a:spLocks noGrp="1"/>
          </p:cNvSpPr>
          <p:nvPr>
            <p:ph type="title"/>
          </p:nvPr>
        </p:nvSpPr>
        <p:spPr>
          <a:xfrm>
            <a:off x="640080" y="3200400"/>
            <a:ext cx="6581880" cy="1644120"/>
          </a:xfrm>
          <a:prstGeom prst="rect">
            <a:avLst/>
          </a:prstGeom>
          <a:noFill/>
          <a:ln w="0">
            <a:noFill/>
          </a:ln>
        </p:spPr>
        <p:txBody>
          <a:bodyPr lIns="90000" rIns="90000" tIns="45000" bIns="45000" anchor="t">
            <a:noAutofit/>
          </a:bodyPr>
          <a:p>
            <a:pPr>
              <a:lnSpc>
                <a:spcPct val="100000"/>
              </a:lnSpc>
              <a:buNone/>
              <a:tabLst>
                <a:tab algn="l" pos="0"/>
              </a:tabLst>
            </a:pPr>
            <a:r>
              <a:rPr b="0" lang="en-US" sz="4200" spc="-1" strike="noStrike">
                <a:solidFill>
                  <a:srgbClr val="f7f6f2"/>
                </a:solidFill>
                <a:latin typeface="Fraunces SemiBold"/>
                <a:ea typeface="Fraunces SemiBold"/>
              </a:rPr>
              <a:t>Règles en tests automatisés</a:t>
            </a:r>
            <a:endParaRPr b="0" lang="fr-FR" sz="4200" spc="-1" strike="noStrike">
              <a:latin typeface="Arial"/>
            </a:endParaRPr>
          </a:p>
        </p:txBody>
      </p:sp>
      <p:sp>
        <p:nvSpPr>
          <p:cNvPr id="282" name="PlaceHolder 3"/>
          <p:cNvSpPr>
            <a:spLocks noGrp="1"/>
          </p:cNvSpPr>
          <p:nvPr>
            <p:ph type="sldNum" idx="18"/>
          </p:nvPr>
        </p:nvSpPr>
        <p:spPr>
          <a:xfrm>
            <a:off x="10820160" y="6309360"/>
            <a:ext cx="729720" cy="29088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FD71236F-8216-4151-965A-40B774714C48}"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283" name="TextBox 25"/>
          <p:cNvSpPr/>
          <p:nvPr/>
        </p:nvSpPr>
        <p:spPr>
          <a:xfrm>
            <a:off x="640080" y="4892040"/>
            <a:ext cx="6399000" cy="559080"/>
          </a:xfrm>
          <a:prstGeom prst="rect">
            <a:avLst/>
          </a:prstGeom>
          <a:noFill/>
          <a:ln w="0">
            <a:noFill/>
          </a:ln>
        </p:spPr>
        <p:style>
          <a:lnRef idx="0"/>
          <a:fillRef idx="0"/>
          <a:effectRef idx="0"/>
          <a:fontRef idx="minor"/>
        </p:style>
        <p:txBody>
          <a:bodyPr lIns="0" rIns="0" tIns="0" bIns="0" anchor="t">
            <a:spAutoFit/>
          </a:bodyPr>
          <a:p>
            <a:pPr>
              <a:lnSpc>
                <a:spcPct val="115000"/>
              </a:lnSpc>
              <a:spcAft>
                <a:spcPts val="400"/>
              </a:spcAft>
              <a:buNone/>
            </a:pPr>
            <a:r>
              <a:rPr b="0" lang="fr-FR" sz="1600" spc="-1" strike="noStrike">
                <a:solidFill>
                  <a:srgbClr val="b8c0c8"/>
                </a:solidFill>
                <a:latin typeface="Inter"/>
                <a:ea typeface="DejaVu Sans"/>
              </a:rPr>
              <a:t>Séance 2 · Great Expectations · US-10, 11, 13, 15. Une règle métier devient un test nommé par son identifiant RQ.</a:t>
            </a:r>
            <a:endParaRPr b="0" lang="fr-FR" sz="1600" spc="-1" strike="noStrike">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4" name="PlaceHolder 1"/>
          <p:cNvSpPr>
            <a:spLocks noGrp="1"/>
          </p:cNvSpPr>
          <p:nvPr>
            <p:ph type="title"/>
          </p:nvPr>
        </p:nvSpPr>
        <p:spPr>
          <a:xfrm>
            <a:off x="640080" y="502920"/>
            <a:ext cx="10906920" cy="729720"/>
          </a:xfrm>
          <a:prstGeom prst="rect">
            <a:avLst/>
          </a:prstGeom>
          <a:noFill/>
          <a:ln w="0">
            <a:noFill/>
          </a:ln>
        </p:spPr>
        <p:txBody>
          <a:bodyPr lIns="0" rIns="0" tIns="0" bIns="0" anchor="t">
            <a:noAutofit/>
          </a:bodyPr>
          <a:p>
            <a:pPr>
              <a:lnSpc>
                <a:spcPct val="100000"/>
              </a:lnSpc>
              <a:buNone/>
              <a:tabLst>
                <a:tab algn="l" pos="0"/>
              </a:tabLst>
            </a:pPr>
            <a:r>
              <a:rPr b="0" lang="en-US" sz="2800" spc="-1" strike="noStrike">
                <a:solidFill>
                  <a:srgbClr val="f7f6f2"/>
                </a:solidFill>
                <a:latin typeface="Fraunces SemiBold"/>
                <a:ea typeface="Fraunces SemiBold"/>
              </a:rPr>
              <a:t>Règles en tests : une expectation par règle</a:t>
            </a:r>
            <a:endParaRPr b="0" lang="fr-FR" sz="2800" spc="-1" strike="noStrike">
              <a:latin typeface="Arial"/>
            </a:endParaRPr>
          </a:p>
        </p:txBody>
      </p:sp>
      <p:sp>
        <p:nvSpPr>
          <p:cNvPr id="285" name="PlaceHolder 2"/>
          <p:cNvSpPr>
            <a:spLocks noGrp="1"/>
          </p:cNvSpPr>
          <p:nvPr>
            <p:ph type="sldNum" idx="19"/>
          </p:nvPr>
        </p:nvSpPr>
        <p:spPr>
          <a:xfrm>
            <a:off x="10820160" y="6309360"/>
            <a:ext cx="729720" cy="29088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7A1DFCA3-77EF-4E80-8920-A68F71CE42BD}"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286" name="TextBox 25"/>
          <p:cNvSpPr/>
          <p:nvPr/>
        </p:nvSpPr>
        <p:spPr>
          <a:xfrm>
            <a:off x="640080" y="283680"/>
            <a:ext cx="8044920" cy="18000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88" strike="noStrike">
                <a:solidFill>
                  <a:srgbClr val="f5a623"/>
                </a:solidFill>
                <a:latin typeface="Inter"/>
                <a:ea typeface="DejaVu Sans"/>
              </a:rPr>
              <a:t>S2 · US-10</a:t>
            </a:r>
            <a:endParaRPr b="0" lang="fr-FR" sz="1100" spc="-1" strike="noStrike">
              <a:latin typeface="Arial"/>
            </a:endParaRPr>
          </a:p>
        </p:txBody>
      </p:sp>
      <p:sp>
        <p:nvSpPr>
          <p:cNvPr id="287" name="TextBox 26"/>
          <p:cNvSpPr/>
          <p:nvPr/>
        </p:nvSpPr>
        <p:spPr>
          <a:xfrm>
            <a:off x="6976800" y="291960"/>
            <a:ext cx="4570200" cy="163440"/>
          </a:xfrm>
          <a:prstGeom prst="rect">
            <a:avLst/>
          </a:prstGeom>
          <a:noFill/>
          <a:ln w="0">
            <a:noFill/>
          </a:ln>
        </p:spPr>
        <p:style>
          <a:lnRef idx="0"/>
          <a:fillRef idx="0"/>
          <a:effectRef idx="0"/>
          <a:fontRef idx="minor"/>
        </p:style>
        <p:txBody>
          <a:bodyPr lIns="0" rIns="0" tIns="0" bIns="0" anchor="ctr">
            <a:spAutoFit/>
          </a:bodyPr>
          <a:p>
            <a:pPr algn="r">
              <a:lnSpc>
                <a:spcPct val="108000"/>
              </a:lnSpc>
              <a:spcAft>
                <a:spcPts val="400"/>
              </a:spcAft>
              <a:buNone/>
            </a:pPr>
            <a:r>
              <a:rPr b="1" lang="fr-FR" sz="1000" spc="106" strike="noStrike">
                <a:solidFill>
                  <a:srgbClr val="0f9b8e"/>
                </a:solidFill>
                <a:latin typeface="Inter"/>
                <a:ea typeface="DejaVu Sans"/>
              </a:rPr>
              <a:t>CRITÈRE : RÈGLES ET TESTS · 20 %</a:t>
            </a:r>
            <a:endParaRPr b="0" lang="fr-FR" sz="1000" spc="-1" strike="noStrike">
              <a:latin typeface="Arial"/>
            </a:endParaRPr>
          </a:p>
        </p:txBody>
      </p:sp>
      <p:sp>
        <p:nvSpPr>
          <p:cNvPr id="288" name="Attendu"/>
          <p:cNvSpPr/>
          <p:nvPr/>
        </p:nvSpPr>
        <p:spPr>
          <a:xfrm>
            <a:off x="640080" y="1325880"/>
            <a:ext cx="10906920" cy="128340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289" name="Attendu barre"/>
          <p:cNvSpPr/>
          <p:nvPr/>
        </p:nvSpPr>
        <p:spPr>
          <a:xfrm>
            <a:off x="640080" y="1325880"/>
            <a:ext cx="80640" cy="128340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290" name="Icône target" descr="Icône target"/>
          <p:cNvPicPr/>
          <p:nvPr/>
        </p:nvPicPr>
        <p:blipFill>
          <a:blip r:embed="rId1"/>
          <a:stretch/>
        </p:blipFill>
        <p:spPr>
          <a:xfrm>
            <a:off x="896040" y="1435680"/>
            <a:ext cx="272520" cy="272520"/>
          </a:xfrm>
          <a:prstGeom prst="rect">
            <a:avLst/>
          </a:prstGeom>
          <a:ln w="0">
            <a:noFill/>
          </a:ln>
        </p:spPr>
      </p:pic>
      <p:sp>
        <p:nvSpPr>
          <p:cNvPr id="291" name="TextBox 30"/>
          <p:cNvSpPr/>
          <p:nvPr/>
        </p:nvSpPr>
        <p:spPr>
          <a:xfrm>
            <a:off x="1261800" y="1473480"/>
            <a:ext cx="7313400" cy="19620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200" spc="126" strike="noStrike">
                <a:solidFill>
                  <a:srgbClr val="f5a623"/>
                </a:solidFill>
                <a:latin typeface="Inter"/>
                <a:ea typeface="DejaVu Sans"/>
              </a:rPr>
              <a:t>ATTENDU SUR CETTE PAGE</a:t>
            </a:r>
            <a:endParaRPr b="0" lang="fr-FR" sz="1200" spc="-1" strike="noStrike">
              <a:latin typeface="Arial"/>
            </a:endParaRPr>
          </a:p>
        </p:txBody>
      </p:sp>
      <p:sp>
        <p:nvSpPr>
          <p:cNvPr id="292" name="TextBox 31"/>
          <p:cNvSpPr/>
          <p:nvPr/>
        </p:nvSpPr>
        <p:spPr>
          <a:xfrm>
            <a:off x="914400" y="1783080"/>
            <a:ext cx="10358280" cy="679320"/>
          </a:xfrm>
          <a:prstGeom prst="rect">
            <a:avLst/>
          </a:prstGeom>
          <a:noFill/>
          <a:ln w="0">
            <a:noFill/>
          </a:ln>
        </p:spPr>
        <p:style>
          <a:lnRef idx="0"/>
          <a:fillRef idx="0"/>
          <a:effectRef idx="0"/>
          <a:fontRef idx="minor"/>
        </p:style>
        <p:txBody>
          <a:bodyPr lIns="0" rIns="0" tIns="0" bIns="0" anchor="t">
            <a:spAutoFit/>
          </a:bodyPr>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Pour </a:t>
            </a:r>
            <a:r>
              <a:rPr b="1" lang="fr-FR" sz="1300" spc="-1" strike="noStrike">
                <a:solidFill>
                  <a:srgbClr val="f5a623"/>
                </a:solidFill>
                <a:latin typeface="Inter"/>
                <a:ea typeface="DejaVu Sans"/>
              </a:rPr>
              <a:t>RQ-001, 002, 003, 005, 009, 010 et 020</a:t>
            </a:r>
            <a:r>
              <a:rPr b="0" lang="fr-FR" sz="1300" spc="-1" strike="noStrike">
                <a:solidFill>
                  <a:srgbClr val="f7f6f2"/>
                </a:solidFill>
                <a:latin typeface="Inter"/>
                <a:ea typeface="DejaVu Sans"/>
              </a:rPr>
              <a:t> : l'expectation porte son </a:t>
            </a:r>
            <a:r>
              <a:rPr b="1" lang="fr-FR" sz="1300" spc="-1" strike="noStrike">
                <a:solidFill>
                  <a:srgbClr val="f5a623"/>
                </a:solidFill>
                <a:latin typeface="Inter"/>
                <a:ea typeface="DejaVu Sans"/>
              </a:rPr>
              <a:t>rule_id</a:t>
            </a:r>
            <a:r>
              <a:rPr b="0" lang="fr-FR" sz="1300" spc="-1" strike="noStrike">
                <a:solidFill>
                  <a:srgbClr val="f7f6f2"/>
                </a:solidFill>
                <a:latin typeface="Inter"/>
                <a:ea typeface="DejaVu Sans"/>
              </a:rPr>
              <a:t>, avec lignes testées, échecs, taux et sévérité.</a:t>
            </a:r>
            <a:endParaRPr b="0" lang="fr-FR" sz="1300" spc="-1" strike="noStrike">
              <a:latin typeface="Arial"/>
            </a:endParaRPr>
          </a:p>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La base et la table visées sont des </a:t>
            </a:r>
            <a:r>
              <a:rPr b="1" lang="fr-FR" sz="1300" spc="-1" strike="noStrike">
                <a:solidFill>
                  <a:srgbClr val="f5a623"/>
                </a:solidFill>
                <a:latin typeface="Inter"/>
                <a:ea typeface="DejaVu Sans"/>
              </a:rPr>
              <a:t>paramètres</a:t>
            </a:r>
            <a:r>
              <a:rPr b="0" lang="fr-FR" sz="1300" spc="-1" strike="noStrike">
                <a:solidFill>
                  <a:srgbClr val="f7f6f2"/>
                </a:solidFill>
                <a:latin typeface="Inter"/>
                <a:ea typeface="DejaVu Sans"/>
              </a:rPr>
              <a:t> : la suite se relance sur silver sans modification.</a:t>
            </a:r>
            <a:endParaRPr b="0" lang="fr-FR" sz="1300" spc="-1" strike="noStrike">
              <a:latin typeface="Arial"/>
            </a:endParaRPr>
          </a:p>
        </p:txBody>
      </p:sp>
      <p:graphicFrame>
        <p:nvGraphicFramePr>
          <p:cNvPr id="293" name="Table 32"/>
          <p:cNvGraphicFramePr/>
          <p:nvPr/>
        </p:nvGraphicFramePr>
        <p:xfrm>
          <a:off x="640080" y="2793960"/>
          <a:ext cx="10908360" cy="2925720"/>
        </p:xfrm>
        <a:graphic>
          <a:graphicData uri="http://schemas.openxmlformats.org/drawingml/2006/table">
            <a:tbl>
              <a:tblPr/>
              <a:tblGrid>
                <a:gridCol w="1005840"/>
                <a:gridCol w="2011680"/>
                <a:gridCol w="2926080"/>
                <a:gridCol w="1097280"/>
                <a:gridCol w="1188720"/>
                <a:gridCol w="1188720"/>
                <a:gridCol w="1490400"/>
              </a:tblGrid>
              <a:tr h="365760">
                <a:tc>
                  <a:txBody>
                    <a:bodyPr lIns="73080" rIns="73080" anchor="ctr">
                      <a:noAutofit/>
                    </a:bodyPr>
                    <a:p>
                      <a:pPr>
                        <a:lnSpc>
                          <a:spcPct val="100000"/>
                        </a:lnSpc>
                        <a:buNone/>
                      </a:pPr>
                      <a:r>
                        <a:rPr b="1" lang="en-US" sz="1100" spc="46" strike="noStrike">
                          <a:solidFill>
                            <a:srgbClr val="f5a623"/>
                          </a:solidFill>
                          <a:latin typeface="Inter"/>
                        </a:rPr>
                        <a:t>Règle</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100" spc="46" strike="noStrike">
                          <a:solidFill>
                            <a:srgbClr val="f5a623"/>
                          </a:solidFill>
                          <a:latin typeface="Inter"/>
                        </a:rPr>
                        <a:t>Table bronze</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100" spc="46" strike="noStrike">
                          <a:solidFill>
                            <a:srgbClr val="f5a623"/>
                          </a:solidFill>
                          <a:latin typeface="Inter"/>
                        </a:rPr>
                        <a:t>Expectation (type)</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100" spc="46" strike="noStrike">
                          <a:solidFill>
                            <a:srgbClr val="f5a623"/>
                          </a:solidFill>
                          <a:latin typeface="Inter"/>
                        </a:rPr>
                        <a:t>Testées</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100" spc="46" strike="noStrike">
                          <a:solidFill>
                            <a:srgbClr val="f5a623"/>
                          </a:solidFill>
                          <a:latin typeface="Inter"/>
                        </a:rPr>
                        <a:t>En échec</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100" spc="46" strike="noStrike">
                          <a:solidFill>
                            <a:srgbClr val="f5a623"/>
                          </a:solidFill>
                          <a:latin typeface="Inter"/>
                        </a:rPr>
                        <a:t>Taux</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100" spc="46" strike="noStrike">
                          <a:solidFill>
                            <a:srgbClr val="f5a623"/>
                          </a:solidFill>
                          <a:latin typeface="Inter"/>
                        </a:rPr>
                        <a:t>Sévérité</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r>
              <a:tr h="365760">
                <a:tc>
                  <a:txBody>
                    <a:bodyPr lIns="73080" rIns="73080" anchor="ctr">
                      <a:noAutofit/>
                    </a:bodyPr>
                    <a:p>
                      <a:pPr>
                        <a:lnSpc>
                          <a:spcPct val="100000"/>
                        </a:lnSpc>
                        <a:buNone/>
                      </a:pPr>
                      <a:r>
                        <a:rPr b="1" lang="en-US" sz="1200" spc="-1" strike="noStrike">
                          <a:solidFill>
                            <a:srgbClr val="f7f6f2"/>
                          </a:solidFill>
                          <a:latin typeface="Inter"/>
                        </a:rPr>
                        <a:t>RQ-001</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65760">
                <a:tc>
                  <a:txBody>
                    <a:bodyPr lIns="73080" rIns="73080" anchor="ctr">
                      <a:noAutofit/>
                    </a:bodyPr>
                    <a:p>
                      <a:pPr>
                        <a:lnSpc>
                          <a:spcPct val="100000"/>
                        </a:lnSpc>
                        <a:buNone/>
                      </a:pPr>
                      <a:r>
                        <a:rPr b="1" lang="en-US" sz="1200" spc="-1" strike="noStrike">
                          <a:solidFill>
                            <a:srgbClr val="f7f6f2"/>
                          </a:solidFill>
                          <a:latin typeface="Inter"/>
                        </a:rPr>
                        <a:t>RQ-002</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65760">
                <a:tc>
                  <a:txBody>
                    <a:bodyPr lIns="73080" rIns="73080" anchor="ctr">
                      <a:noAutofit/>
                    </a:bodyPr>
                    <a:p>
                      <a:pPr>
                        <a:lnSpc>
                          <a:spcPct val="100000"/>
                        </a:lnSpc>
                        <a:buNone/>
                      </a:pPr>
                      <a:r>
                        <a:rPr b="1" lang="en-US" sz="1200" spc="-1" strike="noStrike">
                          <a:solidFill>
                            <a:srgbClr val="f7f6f2"/>
                          </a:solidFill>
                          <a:latin typeface="Inter"/>
                        </a:rPr>
                        <a:t>RQ-003</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65760">
                <a:tc>
                  <a:txBody>
                    <a:bodyPr lIns="73080" rIns="73080" anchor="ctr">
                      <a:noAutofit/>
                    </a:bodyPr>
                    <a:p>
                      <a:pPr>
                        <a:lnSpc>
                          <a:spcPct val="100000"/>
                        </a:lnSpc>
                        <a:buNone/>
                      </a:pPr>
                      <a:r>
                        <a:rPr b="1" lang="en-US" sz="1200" spc="-1" strike="noStrike">
                          <a:solidFill>
                            <a:srgbClr val="f7f6f2"/>
                          </a:solidFill>
                          <a:latin typeface="Inter"/>
                        </a:rPr>
                        <a:t>RQ-005</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65760">
                <a:tc>
                  <a:txBody>
                    <a:bodyPr lIns="73080" rIns="73080" anchor="ctr">
                      <a:noAutofit/>
                    </a:bodyPr>
                    <a:p>
                      <a:pPr>
                        <a:lnSpc>
                          <a:spcPct val="100000"/>
                        </a:lnSpc>
                        <a:buNone/>
                      </a:pPr>
                      <a:r>
                        <a:rPr b="1" lang="en-US" sz="1200" spc="-1" strike="noStrike">
                          <a:solidFill>
                            <a:srgbClr val="f7f6f2"/>
                          </a:solidFill>
                          <a:latin typeface="Inter"/>
                        </a:rPr>
                        <a:t>RQ-009</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65760">
                <a:tc>
                  <a:txBody>
                    <a:bodyPr lIns="73080" rIns="73080" anchor="ctr">
                      <a:noAutofit/>
                    </a:bodyPr>
                    <a:p>
                      <a:pPr>
                        <a:lnSpc>
                          <a:spcPct val="100000"/>
                        </a:lnSpc>
                        <a:buNone/>
                      </a:pPr>
                      <a:r>
                        <a:rPr b="1" lang="en-US" sz="1200" spc="-1" strike="noStrike">
                          <a:solidFill>
                            <a:srgbClr val="f7f6f2"/>
                          </a:solidFill>
                          <a:latin typeface="Inter"/>
                        </a:rPr>
                        <a:t>RQ-010</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65760">
                <a:tc>
                  <a:txBody>
                    <a:bodyPr lIns="73080" rIns="73080" anchor="ctr">
                      <a:noAutofit/>
                    </a:bodyPr>
                    <a:p>
                      <a:pPr>
                        <a:lnSpc>
                          <a:spcPct val="100000"/>
                        </a:lnSpc>
                        <a:buNone/>
                      </a:pPr>
                      <a:r>
                        <a:rPr b="1" lang="en-US" sz="1200" spc="-1" strike="noStrike">
                          <a:solidFill>
                            <a:srgbClr val="f7f6f2"/>
                          </a:solidFill>
                          <a:latin typeface="Inter"/>
                        </a:rPr>
                        <a:t>RQ-020</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bl>
          </a:graphicData>
        </a:graphic>
      </p:graphicFrame>
      <p:sp>
        <p:nvSpPr>
          <p:cNvPr id="294" name="TextBox 33"/>
          <p:cNvSpPr/>
          <p:nvPr/>
        </p:nvSpPr>
        <p:spPr>
          <a:xfrm>
            <a:off x="640080" y="5811480"/>
            <a:ext cx="10906920" cy="180360"/>
          </a:xfrm>
          <a:prstGeom prst="rect">
            <a:avLst/>
          </a:prstGeom>
          <a:noFill/>
          <a:ln w="0">
            <a:noFill/>
          </a:ln>
        </p:spPr>
        <p:style>
          <a:lnRef idx="0"/>
          <a:fillRef idx="0"/>
          <a:effectRef idx="0"/>
          <a:fontRef idx="minor"/>
        </p:style>
        <p:txBody>
          <a:bodyPr lIns="0" rIns="0" tIns="0" bIns="0" anchor="t">
            <a:spAutoFit/>
          </a:bodyPr>
          <a:p>
            <a:pPr>
              <a:lnSpc>
                <a:spcPct val="108000"/>
              </a:lnSpc>
              <a:spcAft>
                <a:spcPts val="400"/>
              </a:spcAft>
              <a:buNone/>
            </a:pPr>
            <a:r>
              <a:rPr b="0" i="1" lang="fr-FR" sz="1100" spc="-1" strike="noStrike">
                <a:solidFill>
                  <a:srgbClr val="8e99a4"/>
                </a:solidFill>
                <a:latin typeface="Inter"/>
                <a:ea typeface="DejaVu Sans"/>
              </a:rPr>
              <a:t>Sévérité : bloquante ou avertissement. Chemin des suites de validation : voir le dépôt, reports/ge/gx/expectations.</a:t>
            </a:r>
            <a:endParaRPr b="0" lang="fr-FR" sz="1100" spc="-1" strike="noStrike">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5" name="PlaceHolder 1"/>
          <p:cNvSpPr>
            <a:spLocks noGrp="1"/>
          </p:cNvSpPr>
          <p:nvPr>
            <p:ph type="title"/>
          </p:nvPr>
        </p:nvSpPr>
        <p:spPr>
          <a:xfrm>
            <a:off x="640080" y="502920"/>
            <a:ext cx="10906920" cy="729720"/>
          </a:xfrm>
          <a:prstGeom prst="rect">
            <a:avLst/>
          </a:prstGeom>
          <a:noFill/>
          <a:ln w="0">
            <a:noFill/>
          </a:ln>
        </p:spPr>
        <p:txBody>
          <a:bodyPr lIns="0" rIns="0" tIns="0" bIns="0" anchor="t">
            <a:noAutofit/>
          </a:bodyPr>
          <a:p>
            <a:pPr>
              <a:lnSpc>
                <a:spcPct val="100000"/>
              </a:lnSpc>
              <a:buNone/>
              <a:tabLst>
                <a:tab algn="l" pos="0"/>
              </a:tabLst>
            </a:pPr>
            <a:r>
              <a:rPr b="0" lang="en-US" sz="2800" spc="-1" strike="noStrike">
                <a:solidFill>
                  <a:srgbClr val="f7f6f2"/>
                </a:solidFill>
                <a:latin typeface="Fraunces SemiBold"/>
                <a:ea typeface="Fraunces SemiBold"/>
              </a:rPr>
              <a:t>Pièges rencontrés et lignes en échec</a:t>
            </a:r>
            <a:endParaRPr b="0" lang="fr-FR" sz="2800" spc="-1" strike="noStrike">
              <a:latin typeface="Arial"/>
            </a:endParaRPr>
          </a:p>
        </p:txBody>
      </p:sp>
      <p:sp>
        <p:nvSpPr>
          <p:cNvPr id="296" name="PlaceHolder 2"/>
          <p:cNvSpPr>
            <a:spLocks noGrp="1"/>
          </p:cNvSpPr>
          <p:nvPr>
            <p:ph type="sldNum" idx="20"/>
          </p:nvPr>
        </p:nvSpPr>
        <p:spPr>
          <a:xfrm>
            <a:off x="10820160" y="6309360"/>
            <a:ext cx="729720" cy="29088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E8B9B3BB-9D19-4A5C-B89A-6A6AF914B62E}"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297" name="TextBox 25"/>
          <p:cNvSpPr/>
          <p:nvPr/>
        </p:nvSpPr>
        <p:spPr>
          <a:xfrm>
            <a:off x="640080" y="283680"/>
            <a:ext cx="8044920" cy="18000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88" strike="noStrike">
                <a:solidFill>
                  <a:srgbClr val="f5a623"/>
                </a:solidFill>
                <a:latin typeface="Inter"/>
                <a:ea typeface="DejaVu Sans"/>
              </a:rPr>
              <a:t>S2 · US-10, 11</a:t>
            </a:r>
            <a:endParaRPr b="0" lang="fr-FR" sz="1100" spc="-1" strike="noStrike">
              <a:latin typeface="Arial"/>
            </a:endParaRPr>
          </a:p>
        </p:txBody>
      </p:sp>
      <p:sp>
        <p:nvSpPr>
          <p:cNvPr id="298" name="TextBox 26"/>
          <p:cNvSpPr/>
          <p:nvPr/>
        </p:nvSpPr>
        <p:spPr>
          <a:xfrm>
            <a:off x="6976800" y="291960"/>
            <a:ext cx="4570200" cy="163440"/>
          </a:xfrm>
          <a:prstGeom prst="rect">
            <a:avLst/>
          </a:prstGeom>
          <a:noFill/>
          <a:ln w="0">
            <a:noFill/>
          </a:ln>
        </p:spPr>
        <p:style>
          <a:lnRef idx="0"/>
          <a:fillRef idx="0"/>
          <a:effectRef idx="0"/>
          <a:fontRef idx="minor"/>
        </p:style>
        <p:txBody>
          <a:bodyPr lIns="0" rIns="0" tIns="0" bIns="0" anchor="ctr">
            <a:spAutoFit/>
          </a:bodyPr>
          <a:p>
            <a:pPr algn="r">
              <a:lnSpc>
                <a:spcPct val="108000"/>
              </a:lnSpc>
              <a:spcAft>
                <a:spcPts val="400"/>
              </a:spcAft>
              <a:buNone/>
            </a:pPr>
            <a:r>
              <a:rPr b="1" lang="fr-FR" sz="1000" spc="106" strike="noStrike">
                <a:solidFill>
                  <a:srgbClr val="0f9b8e"/>
                </a:solidFill>
                <a:latin typeface="Inter"/>
                <a:ea typeface="DejaVu Sans"/>
              </a:rPr>
              <a:t>CRITÈRE : RÈGLES ET TESTS · 20 %</a:t>
            </a:r>
            <a:endParaRPr b="0" lang="fr-FR" sz="1000" spc="-1" strike="noStrike">
              <a:latin typeface="Arial"/>
            </a:endParaRPr>
          </a:p>
        </p:txBody>
      </p:sp>
      <p:sp>
        <p:nvSpPr>
          <p:cNvPr id="299" name="Attendu"/>
          <p:cNvSpPr/>
          <p:nvPr/>
        </p:nvSpPr>
        <p:spPr>
          <a:xfrm>
            <a:off x="640080" y="1325880"/>
            <a:ext cx="10906920" cy="128340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300" name="Attendu barre"/>
          <p:cNvSpPr/>
          <p:nvPr/>
        </p:nvSpPr>
        <p:spPr>
          <a:xfrm>
            <a:off x="640080" y="1325880"/>
            <a:ext cx="80640" cy="128340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301" name="Icône target" descr="Icône target"/>
          <p:cNvPicPr/>
          <p:nvPr/>
        </p:nvPicPr>
        <p:blipFill>
          <a:blip r:embed="rId1"/>
          <a:stretch/>
        </p:blipFill>
        <p:spPr>
          <a:xfrm>
            <a:off x="896040" y="1435680"/>
            <a:ext cx="272520" cy="272520"/>
          </a:xfrm>
          <a:prstGeom prst="rect">
            <a:avLst/>
          </a:prstGeom>
          <a:ln w="0">
            <a:noFill/>
          </a:ln>
        </p:spPr>
      </p:pic>
      <p:sp>
        <p:nvSpPr>
          <p:cNvPr id="302" name="TextBox 30"/>
          <p:cNvSpPr/>
          <p:nvPr/>
        </p:nvSpPr>
        <p:spPr>
          <a:xfrm>
            <a:off x="1261800" y="1473480"/>
            <a:ext cx="7313400" cy="19620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200" spc="126" strike="noStrike">
                <a:solidFill>
                  <a:srgbClr val="f5a623"/>
                </a:solidFill>
                <a:latin typeface="Inter"/>
                <a:ea typeface="DejaVu Sans"/>
              </a:rPr>
              <a:t>ATTENDU SUR CETTE PAGE</a:t>
            </a:r>
            <a:endParaRPr b="0" lang="fr-FR" sz="1200" spc="-1" strike="noStrike">
              <a:latin typeface="Arial"/>
            </a:endParaRPr>
          </a:p>
        </p:txBody>
      </p:sp>
      <p:sp>
        <p:nvSpPr>
          <p:cNvPr id="303" name="TextBox 31"/>
          <p:cNvSpPr/>
          <p:nvPr/>
        </p:nvSpPr>
        <p:spPr>
          <a:xfrm>
            <a:off x="914400" y="1783080"/>
            <a:ext cx="10358280" cy="465480"/>
          </a:xfrm>
          <a:prstGeom prst="rect">
            <a:avLst/>
          </a:prstGeom>
          <a:noFill/>
          <a:ln w="0">
            <a:noFill/>
          </a:ln>
        </p:spPr>
        <p:style>
          <a:lnRef idx="0"/>
          <a:fillRef idx="0"/>
          <a:effectRef idx="0"/>
          <a:fontRef idx="minor"/>
        </p:style>
        <p:txBody>
          <a:bodyPr lIns="0" rIns="0" tIns="0" bIns="0" anchor="t">
            <a:spAutoFit/>
          </a:bodyPr>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Les </a:t>
            </a:r>
            <a:r>
              <a:rPr b="1" lang="fr-FR" sz="1300" spc="-1" strike="noStrike">
                <a:solidFill>
                  <a:srgbClr val="f5a623"/>
                </a:solidFill>
                <a:latin typeface="Inter"/>
                <a:ea typeface="DejaVu Sans"/>
              </a:rPr>
              <a:t>pièges</a:t>
            </a:r>
            <a:r>
              <a:rPr b="0" lang="fr-FR" sz="1300" spc="-1" strike="noStrike">
                <a:solidFill>
                  <a:srgbClr val="f7f6f2"/>
                </a:solidFill>
                <a:latin typeface="Inter"/>
                <a:ea typeface="DejaVu Sans"/>
              </a:rPr>
              <a:t> (nul, vide, blanc ; adresses étrangères ; comparaisons exactes) avec le chiffre </a:t>
            </a:r>
            <a:r>
              <a:rPr b="1" lang="fr-FR" sz="1300" spc="-1" strike="noStrike">
                <a:solidFill>
                  <a:srgbClr val="f5a623"/>
                </a:solidFill>
                <a:latin typeface="Inter"/>
                <a:ea typeface="DejaVu Sans"/>
              </a:rPr>
              <a:t>avant</a:t>
            </a:r>
            <a:r>
              <a:rPr b="0" lang="fr-FR" sz="1300" spc="-1" strike="noStrike">
                <a:solidFill>
                  <a:srgbClr val="f7f6f2"/>
                </a:solidFill>
                <a:latin typeface="Inter"/>
                <a:ea typeface="DejaVu Sans"/>
              </a:rPr>
              <a:t> et </a:t>
            </a:r>
            <a:r>
              <a:rPr b="1" lang="fr-FR" sz="1300" spc="-1" strike="noStrike">
                <a:solidFill>
                  <a:srgbClr val="f5a623"/>
                </a:solidFill>
                <a:latin typeface="Inter"/>
                <a:ea typeface="DejaVu Sans"/>
              </a:rPr>
              <a:t>après</a:t>
            </a:r>
            <a:r>
              <a:rPr b="0" lang="fr-FR" sz="1300" spc="-1" strike="noStrike">
                <a:solidFill>
                  <a:srgbClr val="f7f6f2"/>
                </a:solidFill>
                <a:latin typeface="Inter"/>
                <a:ea typeface="DejaVu Sans"/>
              </a:rPr>
              <a:t> correction.</a:t>
            </a:r>
            <a:endParaRPr b="0" lang="fr-FR" sz="1300" spc="-1" strike="noStrike">
              <a:latin typeface="Arial"/>
            </a:endParaRPr>
          </a:p>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Un </a:t>
            </a:r>
            <a:r>
              <a:rPr b="1" lang="fr-FR" sz="1300" spc="-1" strike="noStrike">
                <a:solidFill>
                  <a:srgbClr val="f5a623"/>
                </a:solidFill>
                <a:latin typeface="Inter"/>
                <a:ea typeface="DejaVu Sans"/>
              </a:rPr>
              <a:t>échantillon commenté de 20 lignes</a:t>
            </a:r>
            <a:r>
              <a:rPr b="0" lang="fr-FR" sz="1300" spc="-1" strike="noStrike">
                <a:solidFill>
                  <a:srgbClr val="f7f6f2"/>
                </a:solidFill>
                <a:latin typeface="Inter"/>
                <a:ea typeface="DejaVu Sans"/>
              </a:rPr>
              <a:t> en échec : famille d'erreur, cause probable, action proposée.</a:t>
            </a:r>
            <a:endParaRPr b="0" lang="fr-FR" sz="1300" spc="-1" strike="noStrike">
              <a:latin typeface="Arial"/>
            </a:endParaRPr>
          </a:p>
        </p:txBody>
      </p:sp>
      <p:graphicFrame>
        <p:nvGraphicFramePr>
          <p:cNvPr id="304" name="Table 32"/>
          <p:cNvGraphicFramePr/>
          <p:nvPr/>
        </p:nvGraphicFramePr>
        <p:xfrm>
          <a:off x="640080" y="2748240"/>
          <a:ext cx="10908360" cy="1041840"/>
        </p:xfrm>
        <a:graphic>
          <a:graphicData uri="http://schemas.openxmlformats.org/drawingml/2006/table">
            <a:tbl>
              <a:tblPr/>
              <a:tblGrid>
                <a:gridCol w="1097280"/>
                <a:gridCol w="3840480"/>
                <a:gridCol w="1737360"/>
                <a:gridCol w="1737360"/>
                <a:gridCol w="2496240"/>
              </a:tblGrid>
              <a:tr h="347400">
                <a:tc>
                  <a:txBody>
                    <a:bodyPr lIns="73080" rIns="73080" anchor="ctr">
                      <a:noAutofit/>
                    </a:bodyPr>
                    <a:p>
                      <a:pPr>
                        <a:lnSpc>
                          <a:spcPct val="100000"/>
                        </a:lnSpc>
                        <a:buNone/>
                      </a:pPr>
                      <a:r>
                        <a:rPr b="1" lang="en-US" sz="1050" spc="46" strike="noStrike">
                          <a:solidFill>
                            <a:srgbClr val="f5a623"/>
                          </a:solidFill>
                          <a:latin typeface="Inter"/>
                        </a:rPr>
                        <a:t>Règle</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6" strike="noStrike">
                          <a:solidFill>
                            <a:srgbClr val="f5a623"/>
                          </a:solidFill>
                          <a:latin typeface="Inter"/>
                        </a:rPr>
                        <a:t>Piège</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6" strike="noStrike">
                          <a:solidFill>
                            <a:srgbClr val="f5a623"/>
                          </a:solidFill>
                          <a:latin typeface="Inter"/>
                        </a:rPr>
                        <a:t>Avant correction</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6" strike="noStrike">
                          <a:solidFill>
                            <a:srgbClr val="f5a623"/>
                          </a:solidFill>
                          <a:latin typeface="Inter"/>
                        </a:rPr>
                        <a:t>Après correction</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6" strike="noStrike">
                          <a:solidFill>
                            <a:srgbClr val="f5a623"/>
                          </a:solidFill>
                          <a:latin typeface="Inter"/>
                        </a:rPr>
                        <a:t>Preuve</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r>
              <a:tr h="347400">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47400">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bl>
          </a:graphicData>
        </a:graphic>
      </p:graphicFrame>
      <p:graphicFrame>
        <p:nvGraphicFramePr>
          <p:cNvPr id="305" name="Table 33"/>
          <p:cNvGraphicFramePr/>
          <p:nvPr/>
        </p:nvGraphicFramePr>
        <p:xfrm>
          <a:off x="640080" y="3927600"/>
          <a:ext cx="10908360" cy="1389240"/>
        </p:xfrm>
        <a:graphic>
          <a:graphicData uri="http://schemas.openxmlformats.org/drawingml/2006/table">
            <a:tbl>
              <a:tblPr/>
              <a:tblGrid>
                <a:gridCol w="1097280"/>
                <a:gridCol w="2926080"/>
                <a:gridCol w="1463040"/>
                <a:gridCol w="2926080"/>
                <a:gridCol w="2496240"/>
              </a:tblGrid>
              <a:tr h="347400">
                <a:tc>
                  <a:txBody>
                    <a:bodyPr lIns="73080" rIns="73080" anchor="ctr">
                      <a:noAutofit/>
                    </a:bodyPr>
                    <a:p>
                      <a:pPr>
                        <a:lnSpc>
                          <a:spcPct val="100000"/>
                        </a:lnSpc>
                        <a:buNone/>
                      </a:pPr>
                      <a:r>
                        <a:rPr b="1" lang="en-US" sz="1050" spc="46" strike="noStrike">
                          <a:solidFill>
                            <a:srgbClr val="f5a623"/>
                          </a:solidFill>
                          <a:latin typeface="Inter"/>
                        </a:rPr>
                        <a:t>Règle</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6" strike="noStrike">
                          <a:solidFill>
                            <a:srgbClr val="f5a623"/>
                          </a:solidFill>
                          <a:latin typeface="Inter"/>
                        </a:rPr>
                        <a:t>Famille d'erreur</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6" strike="noStrike">
                          <a:solidFill>
                            <a:srgbClr val="f5a623"/>
                          </a:solidFill>
                          <a:latin typeface="Inter"/>
                        </a:rPr>
                        <a:t>Lignes (sur 20)</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6" strike="noStrike">
                          <a:solidFill>
                            <a:srgbClr val="f5a623"/>
                          </a:solidFill>
                          <a:latin typeface="Inter"/>
                        </a:rPr>
                        <a:t>Cause probable</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6" strike="noStrike">
                          <a:solidFill>
                            <a:srgbClr val="f5a623"/>
                          </a:solidFill>
                          <a:latin typeface="Inter"/>
                        </a:rPr>
                        <a:t>Action proposée (à qui ?)</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r>
              <a:tr h="347400">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47400">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47400">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bl>
          </a:graphicData>
        </a:graphic>
      </p:graphicFrame>
      <p:sp>
        <p:nvSpPr>
          <p:cNvPr id="306" name="TextBox 34"/>
          <p:cNvSpPr/>
          <p:nvPr/>
        </p:nvSpPr>
        <p:spPr>
          <a:xfrm>
            <a:off x="640080" y="5409000"/>
            <a:ext cx="10906920" cy="180360"/>
          </a:xfrm>
          <a:prstGeom prst="rect">
            <a:avLst/>
          </a:prstGeom>
          <a:noFill/>
          <a:ln w="0">
            <a:noFill/>
          </a:ln>
        </p:spPr>
        <p:style>
          <a:lnRef idx="0"/>
          <a:fillRef idx="0"/>
          <a:effectRef idx="0"/>
          <a:fontRef idx="minor"/>
        </p:style>
        <p:txBody>
          <a:bodyPr lIns="0" rIns="0" tIns="0" bIns="0" anchor="t">
            <a:spAutoFit/>
          </a:bodyPr>
          <a:p>
            <a:pPr>
              <a:lnSpc>
                <a:spcPct val="108000"/>
              </a:lnSpc>
              <a:spcAft>
                <a:spcPts val="400"/>
              </a:spcAft>
              <a:buNone/>
            </a:pPr>
            <a:r>
              <a:rPr b="0" i="1" lang="fr-FR" sz="1100" spc="-1" strike="noStrike">
                <a:solidFill>
                  <a:srgbClr val="8e99a4"/>
                </a:solidFill>
                <a:latin typeface="Inter"/>
                <a:ea typeface="DejaVu Sans"/>
              </a:rPr>
              <a:t>Chemins : export complet des lignes en échec ; échantillon commenté de 20 lignes.</a:t>
            </a:r>
            <a:endParaRPr b="0" lang="fr-FR" sz="1100" spc="-1" strike="noStrike">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7" name="PlaceHolder 1"/>
          <p:cNvSpPr>
            <a:spLocks noGrp="1"/>
          </p:cNvSpPr>
          <p:nvPr>
            <p:ph type="title"/>
          </p:nvPr>
        </p:nvSpPr>
        <p:spPr>
          <a:xfrm>
            <a:off x="640080" y="502920"/>
            <a:ext cx="10906920" cy="729720"/>
          </a:xfrm>
          <a:prstGeom prst="rect">
            <a:avLst/>
          </a:prstGeom>
          <a:noFill/>
          <a:ln w="0">
            <a:noFill/>
          </a:ln>
        </p:spPr>
        <p:txBody>
          <a:bodyPr lIns="0" rIns="0" tIns="0" bIns="0" anchor="t">
            <a:noAutofit/>
          </a:bodyPr>
          <a:p>
            <a:pPr>
              <a:lnSpc>
                <a:spcPct val="100000"/>
              </a:lnSpc>
              <a:buNone/>
              <a:tabLst>
                <a:tab algn="l" pos="0"/>
              </a:tabLst>
            </a:pPr>
            <a:r>
              <a:rPr b="0" lang="en-US" sz="2800" spc="-1" strike="noStrike">
                <a:solidFill>
                  <a:srgbClr val="f7f6f2"/>
                </a:solidFill>
                <a:latin typeface="Fraunces SemiBold"/>
                <a:ea typeface="Fraunces SemiBold"/>
              </a:rPr>
              <a:t>Âge à la bonne date et mesure de référence sur bronze</a:t>
            </a:r>
            <a:endParaRPr b="0" lang="fr-FR" sz="2800" spc="-1" strike="noStrike">
              <a:latin typeface="Arial"/>
            </a:endParaRPr>
          </a:p>
        </p:txBody>
      </p:sp>
      <p:sp>
        <p:nvSpPr>
          <p:cNvPr id="308" name="PlaceHolder 2"/>
          <p:cNvSpPr>
            <a:spLocks noGrp="1"/>
          </p:cNvSpPr>
          <p:nvPr>
            <p:ph type="sldNum" idx="21"/>
          </p:nvPr>
        </p:nvSpPr>
        <p:spPr>
          <a:xfrm>
            <a:off x="10820160" y="6309360"/>
            <a:ext cx="729720" cy="29088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CA3EEA5F-2684-4FC6-9C6F-F8543FA53ACE}"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309" name="TextBox 25"/>
          <p:cNvSpPr/>
          <p:nvPr/>
        </p:nvSpPr>
        <p:spPr>
          <a:xfrm>
            <a:off x="640080" y="283680"/>
            <a:ext cx="8044920" cy="18000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88" strike="noStrike">
                <a:solidFill>
                  <a:srgbClr val="f5a623"/>
                </a:solidFill>
                <a:latin typeface="Inter"/>
                <a:ea typeface="DejaVu Sans"/>
              </a:rPr>
              <a:t>S2 · US-13, 15</a:t>
            </a:r>
            <a:endParaRPr b="0" lang="fr-FR" sz="1100" spc="-1" strike="noStrike">
              <a:latin typeface="Arial"/>
            </a:endParaRPr>
          </a:p>
        </p:txBody>
      </p:sp>
      <p:sp>
        <p:nvSpPr>
          <p:cNvPr id="310" name="TextBox 26"/>
          <p:cNvSpPr/>
          <p:nvPr/>
        </p:nvSpPr>
        <p:spPr>
          <a:xfrm>
            <a:off x="6976800" y="291960"/>
            <a:ext cx="4570200" cy="163440"/>
          </a:xfrm>
          <a:prstGeom prst="rect">
            <a:avLst/>
          </a:prstGeom>
          <a:noFill/>
          <a:ln w="0">
            <a:noFill/>
          </a:ln>
        </p:spPr>
        <p:style>
          <a:lnRef idx="0"/>
          <a:fillRef idx="0"/>
          <a:effectRef idx="0"/>
          <a:fontRef idx="minor"/>
        </p:style>
        <p:txBody>
          <a:bodyPr lIns="0" rIns="0" tIns="0" bIns="0" anchor="ctr">
            <a:spAutoFit/>
          </a:bodyPr>
          <a:p>
            <a:pPr algn="r">
              <a:lnSpc>
                <a:spcPct val="108000"/>
              </a:lnSpc>
              <a:spcAft>
                <a:spcPts val="400"/>
              </a:spcAft>
              <a:buNone/>
            </a:pPr>
            <a:r>
              <a:rPr b="1" lang="fr-FR" sz="1000" spc="106" strike="noStrike">
                <a:solidFill>
                  <a:srgbClr val="0f9b8e"/>
                </a:solidFill>
                <a:latin typeface="Inter"/>
                <a:ea typeface="DejaVu Sans"/>
              </a:rPr>
              <a:t>CRITÈRE : RÈGLES ET TESTS · 20 %</a:t>
            </a:r>
            <a:endParaRPr b="0" lang="fr-FR" sz="1000" spc="-1" strike="noStrike">
              <a:latin typeface="Arial"/>
            </a:endParaRPr>
          </a:p>
        </p:txBody>
      </p:sp>
      <p:sp>
        <p:nvSpPr>
          <p:cNvPr id="311" name="Attendu"/>
          <p:cNvSpPr/>
          <p:nvPr/>
        </p:nvSpPr>
        <p:spPr>
          <a:xfrm>
            <a:off x="640080" y="1325880"/>
            <a:ext cx="10906920" cy="132120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312" name="Attendu barre"/>
          <p:cNvSpPr/>
          <p:nvPr/>
        </p:nvSpPr>
        <p:spPr>
          <a:xfrm>
            <a:off x="640080" y="1325880"/>
            <a:ext cx="80640" cy="132120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313" name="Icône target" descr="Icône target"/>
          <p:cNvPicPr/>
          <p:nvPr/>
        </p:nvPicPr>
        <p:blipFill>
          <a:blip r:embed="rId1"/>
          <a:stretch/>
        </p:blipFill>
        <p:spPr>
          <a:xfrm>
            <a:off x="896040" y="1435680"/>
            <a:ext cx="272520" cy="272520"/>
          </a:xfrm>
          <a:prstGeom prst="rect">
            <a:avLst/>
          </a:prstGeom>
          <a:ln w="0">
            <a:noFill/>
          </a:ln>
        </p:spPr>
      </p:pic>
      <p:sp>
        <p:nvSpPr>
          <p:cNvPr id="314" name="TextBox 30"/>
          <p:cNvSpPr/>
          <p:nvPr/>
        </p:nvSpPr>
        <p:spPr>
          <a:xfrm>
            <a:off x="1261800" y="1473480"/>
            <a:ext cx="7313400" cy="19620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200" spc="126" strike="noStrike">
                <a:solidFill>
                  <a:srgbClr val="f5a623"/>
                </a:solidFill>
                <a:latin typeface="Inter"/>
                <a:ea typeface="DejaVu Sans"/>
              </a:rPr>
              <a:t>ATTENDU SUR CETTE PAGE</a:t>
            </a:r>
            <a:endParaRPr b="0" lang="fr-FR" sz="1200" spc="-1" strike="noStrike">
              <a:latin typeface="Arial"/>
            </a:endParaRPr>
          </a:p>
        </p:txBody>
      </p:sp>
      <p:sp>
        <p:nvSpPr>
          <p:cNvPr id="315" name="TextBox 31"/>
          <p:cNvSpPr/>
          <p:nvPr/>
        </p:nvSpPr>
        <p:spPr>
          <a:xfrm>
            <a:off x="914400" y="1783080"/>
            <a:ext cx="10358280" cy="717480"/>
          </a:xfrm>
          <a:prstGeom prst="rect">
            <a:avLst/>
          </a:prstGeom>
          <a:noFill/>
          <a:ln w="0">
            <a:noFill/>
          </a:ln>
        </p:spPr>
        <p:style>
          <a:lnRef idx="0"/>
          <a:fillRef idx="0"/>
          <a:effectRef idx="0"/>
          <a:fontRef idx="minor"/>
        </p:style>
        <p:txBody>
          <a:bodyPr lIns="0" rIns="0" tIns="0" bIns="0" anchor="t">
            <a:spAutoFit/>
          </a:bodyPr>
          <a:p>
            <a:pPr marL="182880" indent="-182880">
              <a:lnSpc>
                <a:spcPct val="108000"/>
              </a:lnSpc>
              <a:spcAft>
                <a:spcPts val="300"/>
              </a:spcAft>
              <a:buClr>
                <a:srgbClr val="f5a623"/>
              </a:buClr>
              <a:buFont typeface="Symbol"/>
              <a:buChar char=""/>
            </a:pPr>
            <a:r>
              <a:rPr b="1" lang="fr-FR" sz="1300" spc="-1" strike="noStrike">
                <a:solidFill>
                  <a:srgbClr val="f5a623"/>
                </a:solidFill>
                <a:latin typeface="Inter"/>
                <a:ea typeface="DejaVu Sans"/>
              </a:rPr>
              <a:t>RQ-002</a:t>
            </a:r>
            <a:r>
              <a:rPr b="0" lang="fr-FR" sz="1300" spc="-1" strike="noStrike">
                <a:solidFill>
                  <a:srgbClr val="f7f6f2"/>
                </a:solidFill>
                <a:latin typeface="Inter"/>
                <a:ea typeface="DejaVu Sans"/>
              </a:rPr>
              <a:t> documentée avec sa </a:t>
            </a:r>
            <a:r>
              <a:rPr b="1" lang="fr-FR" sz="1300" spc="-1" strike="noStrike">
                <a:solidFill>
                  <a:srgbClr val="f5a623"/>
                </a:solidFill>
                <a:latin typeface="Inter"/>
                <a:ea typeface="DejaVu Sans"/>
              </a:rPr>
              <a:t>date de référence</a:t>
            </a:r>
            <a:r>
              <a:rPr b="0" lang="fr-FR" sz="1300" spc="-1" strike="noStrike">
                <a:solidFill>
                  <a:srgbClr val="f7f6f2"/>
                </a:solidFill>
                <a:latin typeface="Inter"/>
                <a:ea typeface="DejaVu Sans"/>
              </a:rPr>
              <a:t>, et un cas où « à la date du jour » donne un autre résultat.</a:t>
            </a:r>
            <a:endParaRPr b="0" lang="fr-FR" sz="1300" spc="-1" strike="noStrike">
              <a:latin typeface="Arial"/>
            </a:endParaRPr>
          </a:p>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La </a:t>
            </a:r>
            <a:r>
              <a:rPr b="1" lang="fr-FR" sz="1300" spc="-1" strike="noStrike">
                <a:solidFill>
                  <a:srgbClr val="f5a623"/>
                </a:solidFill>
                <a:latin typeface="Inter"/>
                <a:ea typeface="DejaVu Sans"/>
              </a:rPr>
              <a:t>mesure de référence</a:t>
            </a:r>
            <a:r>
              <a:rPr b="0" lang="fr-FR" sz="1300" spc="-1" strike="noStrike">
                <a:solidFill>
                  <a:srgbClr val="f7f6f2"/>
                </a:solidFill>
                <a:latin typeface="Inter"/>
                <a:ea typeface="DejaVu Sans"/>
              </a:rPr>
              <a:t> écrite dans dq.dq_history (couche BRONZE), avec la synthèse </a:t>
            </a:r>
            <a:r>
              <a:rPr b="1" lang="fr-FR" sz="1300" spc="-1" strike="noStrike">
                <a:solidFill>
                  <a:srgbClr val="f5a623"/>
                </a:solidFill>
                <a:latin typeface="Inter"/>
                <a:ea typeface="DejaVu Sans"/>
              </a:rPr>
              <a:t>par dimension</a:t>
            </a:r>
            <a:r>
              <a:rPr b="0" lang="fr-FR" sz="1300" spc="-1" strike="noStrike">
                <a:solidFill>
                  <a:srgbClr val="f7f6f2"/>
                </a:solidFill>
                <a:latin typeface="Inter"/>
                <a:ea typeface="DejaVu Sans"/>
              </a:rPr>
              <a:t>.</a:t>
            </a:r>
            <a:endParaRPr b="0" lang="fr-FR" sz="1300" spc="-1" strike="noStrike">
              <a:latin typeface="Arial"/>
            </a:endParaRPr>
          </a:p>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Une </a:t>
            </a:r>
            <a:r>
              <a:rPr b="1" lang="fr-FR" sz="1300" spc="-1" strike="noStrike">
                <a:solidFill>
                  <a:srgbClr val="f5a623"/>
                </a:solidFill>
                <a:latin typeface="Inter"/>
                <a:ea typeface="DejaVu Sans"/>
              </a:rPr>
              <a:t>phrase de synthèse</a:t>
            </a:r>
            <a:r>
              <a:rPr b="0" lang="fr-FR" sz="1300" spc="-1" strike="noStrike">
                <a:solidFill>
                  <a:srgbClr val="f7f6f2"/>
                </a:solidFill>
                <a:latin typeface="Inter"/>
                <a:ea typeface="DejaVu Sans"/>
              </a:rPr>
              <a:t> chiffrée : « voici la qualité de ce qui nous est livré ».</a:t>
            </a:r>
            <a:endParaRPr b="0" lang="fr-FR" sz="1300" spc="-1" strike="noStrike">
              <a:latin typeface="Arial"/>
            </a:endParaRPr>
          </a:p>
        </p:txBody>
      </p:sp>
      <p:graphicFrame>
        <p:nvGraphicFramePr>
          <p:cNvPr id="316" name="Table 32"/>
          <p:cNvGraphicFramePr/>
          <p:nvPr/>
        </p:nvGraphicFramePr>
        <p:xfrm>
          <a:off x="640080" y="2786040"/>
          <a:ext cx="10908360" cy="904680"/>
        </p:xfrm>
        <a:graphic>
          <a:graphicData uri="http://schemas.openxmlformats.org/drawingml/2006/table">
            <a:tbl>
              <a:tblPr/>
              <a:tblGrid>
                <a:gridCol w="2743200"/>
                <a:gridCol w="3840480"/>
                <a:gridCol w="1828800"/>
                <a:gridCol w="2496240"/>
              </a:tblGrid>
              <a:tr h="301680">
                <a:tc>
                  <a:txBody>
                    <a:bodyPr lIns="73080" rIns="73080" anchor="ctr">
                      <a:noAutofit/>
                    </a:bodyPr>
                    <a:p>
                      <a:pPr>
                        <a:lnSpc>
                          <a:spcPct val="100000"/>
                        </a:lnSpc>
                        <a:buNone/>
                      </a:pPr>
                      <a:r>
                        <a:rPr b="1" lang="en-US" sz="1000" spc="46" strike="noStrike">
                          <a:solidFill>
                            <a:srgbClr val="f5a623"/>
                          </a:solidFill>
                          <a:latin typeface="Inter"/>
                        </a:rPr>
                        <a:t>Date de référence</a:t>
                      </a:r>
                      <a:endParaRPr b="0" lang="fr-FR" sz="10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00" spc="46" strike="noStrike">
                          <a:solidFill>
                            <a:srgbClr val="f5a623"/>
                          </a:solidFill>
                          <a:latin typeface="Inter"/>
                        </a:rPr>
                        <a:t>Définition de l'âge</a:t>
                      </a:r>
                      <a:endParaRPr b="0" lang="fr-FR" sz="10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00" spc="46" strike="noStrike">
                          <a:solidFill>
                            <a:srgbClr val="f5a623"/>
                          </a:solidFill>
                          <a:latin typeface="Inter"/>
                        </a:rPr>
                        <a:t>Lignes en échec</a:t>
                      </a:r>
                      <a:endParaRPr b="0" lang="fr-FR" sz="10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00" spc="46" strike="noStrike">
                          <a:solidFill>
                            <a:srgbClr val="f5a623"/>
                          </a:solidFill>
                          <a:latin typeface="Inter"/>
                        </a:rPr>
                        <a:t>Preuve</a:t>
                      </a:r>
                      <a:endParaRPr b="0" lang="fr-FR" sz="10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r>
              <a:tr h="301680">
                <a:tc>
                  <a:txBody>
                    <a:bodyPr lIns="73080" rIns="73080" anchor="ctr">
                      <a:noAutofit/>
                    </a:bodyPr>
                    <a:p>
                      <a:pPr>
                        <a:lnSpc>
                          <a:spcPct val="100000"/>
                        </a:lnSpc>
                        <a:buNone/>
                      </a:pPr>
                      <a:r>
                        <a:rPr b="1" lang="en-US" sz="1100" spc="-1" strike="noStrike">
                          <a:solidFill>
                            <a:srgbClr val="f7f6f2"/>
                          </a:solidFill>
                          <a:latin typeface="Inter"/>
                        </a:rPr>
                        <a:t>Date de début du contrat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01680">
                <a:tc>
                  <a:txBody>
                    <a:bodyPr lIns="73080" rIns="73080" anchor="ctr">
                      <a:noAutofit/>
                    </a:bodyPr>
                    <a:p>
                      <a:pPr>
                        <a:lnSpc>
                          <a:spcPct val="100000"/>
                        </a:lnSpc>
                        <a:buNone/>
                      </a:pPr>
                      <a:r>
                        <a:rPr b="1" lang="en-US" sz="1100" spc="-1" strike="noStrike">
                          <a:solidFill>
                            <a:srgbClr val="f7f6f2"/>
                          </a:solidFill>
                          <a:latin typeface="Inter"/>
                        </a:rPr>
                        <a:t>Date du jour</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bl>
          </a:graphicData>
        </a:graphic>
      </p:graphicFrame>
      <p:graphicFrame>
        <p:nvGraphicFramePr>
          <p:cNvPr id="317" name="Table 33"/>
          <p:cNvGraphicFramePr/>
          <p:nvPr/>
        </p:nvGraphicFramePr>
        <p:xfrm>
          <a:off x="640080" y="3801240"/>
          <a:ext cx="10908360" cy="1508040"/>
        </p:xfrm>
        <a:graphic>
          <a:graphicData uri="http://schemas.openxmlformats.org/drawingml/2006/table">
            <a:tbl>
              <a:tblPr/>
              <a:tblGrid>
                <a:gridCol w="1828800"/>
                <a:gridCol w="2194560"/>
                <a:gridCol w="1554480"/>
                <a:gridCol w="2377440"/>
                <a:gridCol w="2953440"/>
              </a:tblGrid>
              <a:tr h="301680">
                <a:tc>
                  <a:txBody>
                    <a:bodyPr lIns="73080" rIns="73080" anchor="ctr">
                      <a:noAutofit/>
                    </a:bodyPr>
                    <a:p>
                      <a:pPr>
                        <a:lnSpc>
                          <a:spcPct val="100000"/>
                        </a:lnSpc>
                        <a:buNone/>
                      </a:pPr>
                      <a:r>
                        <a:rPr b="1" lang="en-US" sz="1000" spc="46" strike="noStrike">
                          <a:solidFill>
                            <a:srgbClr val="f5a623"/>
                          </a:solidFill>
                          <a:latin typeface="Inter"/>
                        </a:rPr>
                        <a:t>Dimension</a:t>
                      </a:r>
                      <a:endParaRPr b="0" lang="fr-FR" sz="10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00" spc="46" strike="noStrike">
                          <a:solidFill>
                            <a:srgbClr val="f5a623"/>
                          </a:solidFill>
                          <a:latin typeface="Inter"/>
                        </a:rPr>
                        <a:t>Règles</a:t>
                      </a:r>
                      <a:endParaRPr b="0" lang="fr-FR" sz="10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00" spc="46" strike="noStrike">
                          <a:solidFill>
                            <a:srgbClr val="f5a623"/>
                          </a:solidFill>
                          <a:latin typeface="Inter"/>
                        </a:rPr>
                        <a:t>Taux moyen</a:t>
                      </a:r>
                      <a:endParaRPr b="0" lang="fr-FR" sz="10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00" spc="46" strike="noStrike">
                          <a:solidFill>
                            <a:srgbClr val="f5a623"/>
                          </a:solidFill>
                          <a:latin typeface="Inter"/>
                        </a:rPr>
                        <a:t>Règle la plus faible</a:t>
                      </a:r>
                      <a:endParaRPr b="0" lang="fr-FR" sz="10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00" spc="46" strike="noStrike">
                          <a:solidFill>
                            <a:srgbClr val="f5a623"/>
                          </a:solidFill>
                          <a:latin typeface="Inter"/>
                        </a:rPr>
                        <a:t>Constat</a:t>
                      </a:r>
                      <a:endParaRPr b="0" lang="fr-FR" sz="10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r>
              <a:tr h="301680">
                <a:tc>
                  <a:txBody>
                    <a:bodyPr lIns="73080" rIns="73080" anchor="ctr">
                      <a:noAutofit/>
                    </a:bodyPr>
                    <a:p>
                      <a:pPr>
                        <a:lnSpc>
                          <a:spcPct val="100000"/>
                        </a:lnSpc>
                        <a:buNone/>
                      </a:pPr>
                      <a:r>
                        <a:rPr b="1" lang="en-US" sz="1100" spc="-1" strike="noStrike">
                          <a:solidFill>
                            <a:srgbClr val="f7f6f2"/>
                          </a:solidFill>
                          <a:latin typeface="Inter"/>
                        </a:rPr>
                        <a:t>Unicité</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01680">
                <a:tc>
                  <a:txBody>
                    <a:bodyPr lIns="73080" rIns="73080" anchor="ctr">
                      <a:noAutofit/>
                    </a:bodyPr>
                    <a:p>
                      <a:pPr>
                        <a:lnSpc>
                          <a:spcPct val="100000"/>
                        </a:lnSpc>
                        <a:buNone/>
                      </a:pPr>
                      <a:r>
                        <a:rPr b="1" lang="en-US" sz="1100" spc="-1" strike="noStrike">
                          <a:solidFill>
                            <a:srgbClr val="f7f6f2"/>
                          </a:solidFill>
                          <a:latin typeface="Inter"/>
                        </a:rPr>
                        <a:t>Complétude</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01680">
                <a:tc>
                  <a:txBody>
                    <a:bodyPr lIns="73080" rIns="73080" anchor="ctr">
                      <a:noAutofit/>
                    </a:bodyPr>
                    <a:p>
                      <a:pPr>
                        <a:lnSpc>
                          <a:spcPct val="100000"/>
                        </a:lnSpc>
                        <a:buNone/>
                      </a:pPr>
                      <a:r>
                        <a:rPr b="1" lang="en-US" sz="1100" spc="-1" strike="noStrike">
                          <a:solidFill>
                            <a:srgbClr val="f7f6f2"/>
                          </a:solidFill>
                          <a:latin typeface="Inter"/>
                        </a:rPr>
                        <a:t>Validité</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01680">
                <a:tc>
                  <a:txBody>
                    <a:bodyPr lIns="73080" rIns="73080" anchor="ctr">
                      <a:noAutofit/>
                    </a:bodyPr>
                    <a:p>
                      <a:pPr>
                        <a:lnSpc>
                          <a:spcPct val="100000"/>
                        </a:lnSpc>
                        <a:buNone/>
                      </a:pPr>
                      <a:r>
                        <a:rPr b="1" lang="en-US" sz="1100" spc="-1" strike="noStrike">
                          <a:solidFill>
                            <a:srgbClr val="f7f6f2"/>
                          </a:solidFill>
                          <a:latin typeface="Inter"/>
                        </a:rPr>
                        <a:t>Cohérence</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bl>
          </a:graphicData>
        </a:graphic>
      </p:graphicFrame>
      <p:sp>
        <p:nvSpPr>
          <p:cNvPr id="318" name="TextBox 34"/>
          <p:cNvSpPr/>
          <p:nvPr/>
        </p:nvSpPr>
        <p:spPr>
          <a:xfrm>
            <a:off x="640080" y="5456880"/>
            <a:ext cx="10906920" cy="18000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06" strike="noStrike">
                <a:solidFill>
                  <a:srgbClr val="f5a623"/>
                </a:solidFill>
                <a:latin typeface="Inter"/>
                <a:ea typeface="DejaVu Sans"/>
              </a:rPr>
              <a:t>PHRASE DE SYNTHÈSE</a:t>
            </a:r>
            <a:endParaRPr b="0" lang="fr-FR" sz="1100" spc="-1" strike="noStrike">
              <a:latin typeface="Arial"/>
            </a:endParaRPr>
          </a:p>
        </p:txBody>
      </p:sp>
      <p:sp>
        <p:nvSpPr>
          <p:cNvPr id="319" name="Zone à rédiger"/>
          <p:cNvSpPr/>
          <p:nvPr/>
        </p:nvSpPr>
        <p:spPr>
          <a:xfrm>
            <a:off x="640080" y="5712120"/>
            <a:ext cx="10906920" cy="41256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rIns="137160" tIns="73080" bIns="73080" anchor="t">
            <a:noAutofit/>
          </a:bodyPr>
          <a:p>
            <a:pPr>
              <a:lnSpc>
                <a:spcPct val="100000"/>
              </a:lnSpc>
              <a:buNone/>
            </a:pPr>
            <a:r>
              <a:rPr b="0" i="1" lang="fr-FR" sz="1200" spc="-1" strike="noStrike">
                <a:solidFill>
                  <a:srgbClr val="8e99a4"/>
                </a:solidFill>
                <a:latin typeface="Inter"/>
                <a:ea typeface="DejaVu Sans"/>
              </a:rPr>
              <a:t>[Voici la qualité de ce qui nous est livré : …]</a:t>
            </a:r>
            <a:endParaRPr b="0" lang="fr-FR" sz="1200" spc="-1" strike="noStrike">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0" name="PlaceHolder 1"/>
          <p:cNvSpPr>
            <a:spLocks noGrp="1"/>
          </p:cNvSpPr>
          <p:nvPr>
            <p:ph type="title"/>
          </p:nvPr>
        </p:nvSpPr>
        <p:spPr>
          <a:xfrm>
            <a:off x="640080" y="502920"/>
            <a:ext cx="10906920" cy="729720"/>
          </a:xfrm>
          <a:prstGeom prst="rect">
            <a:avLst/>
          </a:prstGeom>
          <a:noFill/>
          <a:ln w="0">
            <a:noFill/>
          </a:ln>
        </p:spPr>
        <p:txBody>
          <a:bodyPr lIns="0" rIns="0" tIns="0" bIns="0" anchor="t">
            <a:noAutofit/>
          </a:bodyPr>
          <a:p>
            <a:pPr>
              <a:lnSpc>
                <a:spcPct val="100000"/>
              </a:lnSpc>
              <a:buNone/>
              <a:tabLst>
                <a:tab algn="l" pos="0"/>
              </a:tabLst>
            </a:pPr>
            <a:r>
              <a:rPr b="0" lang="en-US" sz="2800" spc="-1" strike="noStrike">
                <a:solidFill>
                  <a:srgbClr val="f7f6f2"/>
                </a:solidFill>
                <a:latin typeface="Fraunces SemiBold"/>
                <a:ea typeface="Fraunces SemiBold"/>
              </a:rPr>
              <a:t>Bilan de S2 : critères de fin et difficultés</a:t>
            </a:r>
            <a:endParaRPr b="0" lang="fr-FR" sz="2800" spc="-1" strike="noStrike">
              <a:latin typeface="Arial"/>
            </a:endParaRPr>
          </a:p>
        </p:txBody>
      </p:sp>
      <p:sp>
        <p:nvSpPr>
          <p:cNvPr id="321" name="PlaceHolder 2"/>
          <p:cNvSpPr>
            <a:spLocks noGrp="1"/>
          </p:cNvSpPr>
          <p:nvPr>
            <p:ph type="sldNum" idx="22"/>
          </p:nvPr>
        </p:nvSpPr>
        <p:spPr>
          <a:xfrm>
            <a:off x="10820160" y="6309360"/>
            <a:ext cx="729720" cy="29088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B6B4E026-CB56-41B0-915B-8D02AE6B1A8F}"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322" name="TextBox 25"/>
          <p:cNvSpPr/>
          <p:nvPr/>
        </p:nvSpPr>
        <p:spPr>
          <a:xfrm>
            <a:off x="640080" y="283680"/>
            <a:ext cx="8044920" cy="18000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88" strike="noStrike">
                <a:solidFill>
                  <a:srgbClr val="f5a623"/>
                </a:solidFill>
                <a:latin typeface="Inter"/>
                <a:ea typeface="DejaVu Sans"/>
              </a:rPr>
              <a:t>S2 · BILAN</a:t>
            </a:r>
            <a:endParaRPr b="0" lang="fr-FR" sz="1100" spc="-1" strike="noStrike">
              <a:latin typeface="Arial"/>
            </a:endParaRPr>
          </a:p>
        </p:txBody>
      </p:sp>
      <p:sp>
        <p:nvSpPr>
          <p:cNvPr id="323" name="TextBox 26"/>
          <p:cNvSpPr/>
          <p:nvPr/>
        </p:nvSpPr>
        <p:spPr>
          <a:xfrm>
            <a:off x="6976800" y="291960"/>
            <a:ext cx="4570200" cy="163440"/>
          </a:xfrm>
          <a:prstGeom prst="rect">
            <a:avLst/>
          </a:prstGeom>
          <a:noFill/>
          <a:ln w="0">
            <a:noFill/>
          </a:ln>
        </p:spPr>
        <p:style>
          <a:lnRef idx="0"/>
          <a:fillRef idx="0"/>
          <a:effectRef idx="0"/>
          <a:fontRef idx="minor"/>
        </p:style>
        <p:txBody>
          <a:bodyPr lIns="0" rIns="0" tIns="0" bIns="0" anchor="ctr">
            <a:spAutoFit/>
          </a:bodyPr>
          <a:p>
            <a:pPr algn="r">
              <a:lnSpc>
                <a:spcPct val="108000"/>
              </a:lnSpc>
              <a:spcAft>
                <a:spcPts val="400"/>
              </a:spcAft>
              <a:buNone/>
            </a:pPr>
            <a:r>
              <a:rPr b="1" lang="fr-FR" sz="1000" spc="106" strike="noStrike">
                <a:solidFill>
                  <a:srgbClr val="0f9b8e"/>
                </a:solidFill>
                <a:latin typeface="Inter"/>
                <a:ea typeface="DejaVu Sans"/>
              </a:rPr>
              <a:t>CRITÈRE : RÈGLES ET TESTS · 20 %</a:t>
            </a:r>
            <a:endParaRPr b="0" lang="fr-FR" sz="1000" spc="-1" strike="noStrike">
              <a:latin typeface="Arial"/>
            </a:endParaRPr>
          </a:p>
        </p:txBody>
      </p:sp>
      <p:sp>
        <p:nvSpPr>
          <p:cNvPr id="324" name="Attendu"/>
          <p:cNvSpPr/>
          <p:nvPr/>
        </p:nvSpPr>
        <p:spPr>
          <a:xfrm>
            <a:off x="640080" y="1325880"/>
            <a:ext cx="10906920" cy="106920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325" name="Attendu barre"/>
          <p:cNvSpPr/>
          <p:nvPr/>
        </p:nvSpPr>
        <p:spPr>
          <a:xfrm>
            <a:off x="640080" y="1325880"/>
            <a:ext cx="80640" cy="106920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326" name="Icône target" descr="Icône target"/>
          <p:cNvPicPr/>
          <p:nvPr/>
        </p:nvPicPr>
        <p:blipFill>
          <a:blip r:embed="rId1"/>
          <a:stretch/>
        </p:blipFill>
        <p:spPr>
          <a:xfrm>
            <a:off x="896040" y="1435680"/>
            <a:ext cx="272520" cy="272520"/>
          </a:xfrm>
          <a:prstGeom prst="rect">
            <a:avLst/>
          </a:prstGeom>
          <a:ln w="0">
            <a:noFill/>
          </a:ln>
        </p:spPr>
      </p:pic>
      <p:sp>
        <p:nvSpPr>
          <p:cNvPr id="327" name="TextBox 30"/>
          <p:cNvSpPr/>
          <p:nvPr/>
        </p:nvSpPr>
        <p:spPr>
          <a:xfrm>
            <a:off x="1261800" y="1473480"/>
            <a:ext cx="7313400" cy="19620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200" spc="126" strike="noStrike">
                <a:solidFill>
                  <a:srgbClr val="f5a623"/>
                </a:solidFill>
                <a:latin typeface="Inter"/>
                <a:ea typeface="DejaVu Sans"/>
              </a:rPr>
              <a:t>ATTENDU SUR CETTE PAGE</a:t>
            </a:r>
            <a:endParaRPr b="0" lang="fr-FR" sz="1200" spc="-1" strike="noStrike">
              <a:latin typeface="Arial"/>
            </a:endParaRPr>
          </a:p>
        </p:txBody>
      </p:sp>
      <p:sp>
        <p:nvSpPr>
          <p:cNvPr id="328" name="TextBox 31"/>
          <p:cNvSpPr/>
          <p:nvPr/>
        </p:nvSpPr>
        <p:spPr>
          <a:xfrm>
            <a:off x="914400" y="1783080"/>
            <a:ext cx="10358280" cy="465480"/>
          </a:xfrm>
          <a:prstGeom prst="rect">
            <a:avLst/>
          </a:prstGeom>
          <a:noFill/>
          <a:ln w="0">
            <a:noFill/>
          </a:ln>
        </p:spPr>
        <p:style>
          <a:lnRef idx="0"/>
          <a:fillRef idx="0"/>
          <a:effectRef idx="0"/>
          <a:fontRef idx="minor"/>
        </p:style>
        <p:txBody>
          <a:bodyPr lIns="0" rIns="0" tIns="0" bIns="0" anchor="t">
            <a:spAutoFit/>
          </a:bodyPr>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Chaque critère coché est </a:t>
            </a:r>
            <a:r>
              <a:rPr b="1" lang="fr-FR" sz="1300" spc="-1" strike="noStrike">
                <a:solidFill>
                  <a:srgbClr val="f5a623"/>
                </a:solidFill>
                <a:latin typeface="Inter"/>
                <a:ea typeface="DejaVu Sans"/>
              </a:rPr>
              <a:t>démontré</a:t>
            </a:r>
            <a:r>
              <a:rPr b="0" lang="fr-FR" sz="1300" spc="-1" strike="noStrike">
                <a:solidFill>
                  <a:srgbClr val="f7f6f2"/>
                </a:solidFill>
                <a:latin typeface="Inter"/>
                <a:ea typeface="DejaVu Sans"/>
              </a:rPr>
              <a:t> par une page de ce livrable ou par un fichier du dépôt.</a:t>
            </a:r>
            <a:endParaRPr b="0" lang="fr-FR" sz="1300" spc="-1" strike="noStrike">
              <a:latin typeface="Arial"/>
            </a:endParaRPr>
          </a:p>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Les difficultés sont </a:t>
            </a:r>
            <a:r>
              <a:rPr b="1" lang="fr-FR" sz="1300" spc="-1" strike="noStrike">
                <a:solidFill>
                  <a:srgbClr val="f5a623"/>
                </a:solidFill>
                <a:latin typeface="Inter"/>
                <a:ea typeface="DejaVu Sans"/>
              </a:rPr>
              <a:t>chiffrées en temps perdu</a:t>
            </a:r>
            <a:r>
              <a:rPr b="0" lang="fr-FR" sz="1300" spc="-1" strike="noStrike">
                <a:solidFill>
                  <a:srgbClr val="f7f6f2"/>
                </a:solidFill>
                <a:latin typeface="Inter"/>
                <a:ea typeface="DejaVu Sans"/>
              </a:rPr>
              <a:t> ; un point de reprise utilisé est </a:t>
            </a:r>
            <a:r>
              <a:rPr b="1" lang="fr-FR" sz="1300" spc="-1" strike="noStrike">
                <a:solidFill>
                  <a:srgbClr val="f5a623"/>
                </a:solidFill>
                <a:latin typeface="Inter"/>
                <a:ea typeface="DejaVu Sans"/>
              </a:rPr>
              <a:t>déclaré</a:t>
            </a:r>
            <a:r>
              <a:rPr b="0" lang="fr-FR" sz="1300" spc="-1" strike="noStrike">
                <a:solidFill>
                  <a:srgbClr val="f7f6f2"/>
                </a:solidFill>
                <a:latin typeface="Inter"/>
                <a:ea typeface="DejaVu Sans"/>
              </a:rPr>
              <a:t>.</a:t>
            </a:r>
            <a:endParaRPr b="0" lang="fr-FR" sz="1300" spc="-1" strike="noStrike">
              <a:latin typeface="Arial"/>
            </a:endParaRPr>
          </a:p>
        </p:txBody>
      </p:sp>
      <p:sp>
        <p:nvSpPr>
          <p:cNvPr id="329" name="Rectangle 32"/>
          <p:cNvSpPr/>
          <p:nvPr/>
        </p:nvSpPr>
        <p:spPr>
          <a:xfrm>
            <a:off x="640080" y="2579760"/>
            <a:ext cx="5118840" cy="3544920"/>
          </a:xfrm>
          <a:prstGeom prst="rect">
            <a:avLst/>
          </a:prstGeom>
          <a:solidFill>
            <a:srgbClr val="1c2e3d"/>
          </a:solidFill>
          <a:ln>
            <a:solidFill>
              <a:srgbClr val="2a4156"/>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330" name="Icône ok" descr="Icône ok"/>
          <p:cNvPicPr/>
          <p:nvPr/>
        </p:nvPicPr>
        <p:blipFill>
          <a:blip r:embed="rId2"/>
          <a:stretch/>
        </p:blipFill>
        <p:spPr>
          <a:xfrm>
            <a:off x="868680" y="2735280"/>
            <a:ext cx="309240" cy="309240"/>
          </a:xfrm>
          <a:prstGeom prst="rect">
            <a:avLst/>
          </a:prstGeom>
          <a:ln w="0">
            <a:noFill/>
          </a:ln>
        </p:spPr>
      </p:pic>
      <p:sp>
        <p:nvSpPr>
          <p:cNvPr id="331" name="TextBox 34"/>
          <p:cNvSpPr/>
          <p:nvPr/>
        </p:nvSpPr>
        <p:spPr>
          <a:xfrm>
            <a:off x="1289160" y="2783160"/>
            <a:ext cx="4570200" cy="21312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300" spc="106" strike="noStrike">
                <a:solidFill>
                  <a:srgbClr val="f7f6f2"/>
                </a:solidFill>
                <a:latin typeface="Inter"/>
                <a:ea typeface="DejaVu Sans"/>
              </a:rPr>
              <a:t>CRITÈRES DE FIN</a:t>
            </a:r>
            <a:endParaRPr b="0" lang="fr-FR" sz="1300" spc="-1" strike="noStrike">
              <a:latin typeface="Arial"/>
            </a:endParaRPr>
          </a:p>
        </p:txBody>
      </p:sp>
      <p:sp>
        <p:nvSpPr>
          <p:cNvPr id="332" name="TextBox 35"/>
          <p:cNvSpPr/>
          <p:nvPr/>
        </p:nvSpPr>
        <p:spPr>
          <a:xfrm>
            <a:off x="868680" y="3219840"/>
            <a:ext cx="4661640" cy="1705320"/>
          </a:xfrm>
          <a:prstGeom prst="rect">
            <a:avLst/>
          </a:prstGeom>
          <a:noFill/>
          <a:ln w="0">
            <a:noFill/>
          </a:ln>
        </p:spPr>
        <p:style>
          <a:lnRef idx="0"/>
          <a:fillRef idx="0"/>
          <a:effectRef idx="0"/>
          <a:fontRef idx="minor"/>
        </p:style>
        <p:txBody>
          <a:bodyPr lIns="0" rIns="0" tIns="0" bIns="0" anchor="t">
            <a:spAutoFit/>
          </a:bodyPr>
          <a:p>
            <a:pPr>
              <a:lnSpc>
                <a:spcPct val="108000"/>
              </a:lnSpc>
              <a:spcAft>
                <a:spcPts val="700"/>
              </a:spcAft>
              <a:buNone/>
            </a:pPr>
            <a:r>
              <a:rPr b="0" lang="fr-FR" sz="1250" spc="-1" strike="noStrike">
                <a:solidFill>
                  <a:srgbClr val="f7f6f2"/>
                </a:solidFill>
                <a:latin typeface="Consolas"/>
                <a:ea typeface="DejaVu Sans"/>
              </a:rPr>
              <a:t>[ ]</a:t>
            </a:r>
            <a:r>
              <a:rPr b="0" lang="fr-FR" sz="1250" spc="-1" strike="noStrike">
                <a:solidFill>
                  <a:srgbClr val="f7f6f2"/>
                </a:solidFill>
                <a:latin typeface="Inter"/>
                <a:ea typeface="DejaVu Sans"/>
              </a:rPr>
              <a:t> Chaque expectation porte l'identifiant de sa règle.</a:t>
            </a:r>
            <a:endParaRPr b="0" lang="fr-FR" sz="1250" spc="-1" strike="noStrike">
              <a:latin typeface="Arial"/>
            </a:endParaRPr>
          </a:p>
          <a:p>
            <a:pPr>
              <a:lnSpc>
                <a:spcPct val="108000"/>
              </a:lnSpc>
              <a:spcAft>
                <a:spcPts val="700"/>
              </a:spcAft>
              <a:buNone/>
            </a:pPr>
            <a:r>
              <a:rPr b="0" lang="fr-FR" sz="1250" spc="-1" strike="noStrike">
                <a:solidFill>
                  <a:srgbClr val="f7f6f2"/>
                </a:solidFill>
                <a:latin typeface="Consolas"/>
                <a:ea typeface="DejaVu Sans"/>
              </a:rPr>
              <a:t>[ ]</a:t>
            </a:r>
            <a:r>
              <a:rPr b="0" lang="fr-FR" sz="1250" spc="-1" strike="noStrike">
                <a:solidFill>
                  <a:srgbClr val="f7f6f2"/>
                </a:solidFill>
                <a:latin typeface="Inter"/>
                <a:ea typeface="DejaVu Sans"/>
              </a:rPr>
              <a:t> La même suite se relance sur une autre base ou table sans modification de code.</a:t>
            </a:r>
            <a:endParaRPr b="0" lang="fr-FR" sz="1250" spc="-1" strike="noStrike">
              <a:latin typeface="Arial"/>
            </a:endParaRPr>
          </a:p>
          <a:p>
            <a:pPr>
              <a:lnSpc>
                <a:spcPct val="108000"/>
              </a:lnSpc>
              <a:spcAft>
                <a:spcPts val="700"/>
              </a:spcAft>
              <a:buNone/>
            </a:pPr>
            <a:r>
              <a:rPr b="0" lang="fr-FR" sz="1250" spc="-1" strike="noStrike">
                <a:solidFill>
                  <a:srgbClr val="f7f6f2"/>
                </a:solidFill>
                <a:latin typeface="Consolas"/>
                <a:ea typeface="DejaVu Sans"/>
              </a:rPr>
              <a:t>[ ]</a:t>
            </a:r>
            <a:r>
              <a:rPr b="0" lang="fr-FR" sz="1250" spc="-1" strike="noStrike">
                <a:solidFill>
                  <a:srgbClr val="f7f6f2"/>
                </a:solidFill>
                <a:latin typeface="Inter"/>
                <a:ea typeface="DejaVu Sans"/>
              </a:rPr>
              <a:t> La mesure de référence est dans dq.dq_history (lot, couche, testées, échecs).</a:t>
            </a:r>
            <a:endParaRPr b="0" lang="fr-FR" sz="1250" spc="-1" strike="noStrike">
              <a:latin typeface="Arial"/>
            </a:endParaRPr>
          </a:p>
          <a:p>
            <a:pPr>
              <a:lnSpc>
                <a:spcPct val="108000"/>
              </a:lnSpc>
              <a:spcAft>
                <a:spcPts val="700"/>
              </a:spcAft>
              <a:buNone/>
            </a:pPr>
            <a:r>
              <a:rPr b="0" lang="fr-FR" sz="1250" spc="-1" strike="noStrike">
                <a:solidFill>
                  <a:srgbClr val="f7f6f2"/>
                </a:solidFill>
                <a:latin typeface="Consolas"/>
                <a:ea typeface="DejaVu Sans"/>
              </a:rPr>
              <a:t>[ ]</a:t>
            </a:r>
            <a:r>
              <a:rPr b="0" lang="fr-FR" sz="1250" spc="-1" strike="noStrike">
                <a:solidFill>
                  <a:srgbClr val="f7f6f2"/>
                </a:solidFill>
                <a:latin typeface="Inter"/>
                <a:ea typeface="DejaVu Sans"/>
              </a:rPr>
              <a:t> Les règles s'exécutent d'un seul geste (notebook relançable de bout en bout).</a:t>
            </a:r>
            <a:endParaRPr b="0" lang="fr-FR" sz="1250" spc="-1" strike="noStrike">
              <a:latin typeface="Arial"/>
            </a:endParaRPr>
          </a:p>
        </p:txBody>
      </p:sp>
      <p:sp>
        <p:nvSpPr>
          <p:cNvPr id="333" name="TextBox 36"/>
          <p:cNvSpPr/>
          <p:nvPr/>
        </p:nvSpPr>
        <p:spPr>
          <a:xfrm>
            <a:off x="640080" y="5852160"/>
            <a:ext cx="10906920" cy="180360"/>
          </a:xfrm>
          <a:prstGeom prst="rect">
            <a:avLst/>
          </a:prstGeom>
          <a:noFill/>
          <a:ln w="0">
            <a:noFill/>
          </a:ln>
        </p:spPr>
        <p:style>
          <a:lnRef idx="0"/>
          <a:fillRef idx="0"/>
          <a:effectRef idx="0"/>
          <a:fontRef idx="minor"/>
        </p:style>
        <p:txBody>
          <a:bodyPr lIns="0" rIns="0" tIns="0" bIns="0" anchor="t">
            <a:spAutoFit/>
          </a:bodyPr>
          <a:p>
            <a:pPr>
              <a:lnSpc>
                <a:spcPct val="108000"/>
              </a:lnSpc>
              <a:spcAft>
                <a:spcPts val="400"/>
              </a:spcAft>
              <a:buNone/>
            </a:pPr>
            <a:r>
              <a:rPr b="0" i="1" lang="fr-FR" sz="1100" spc="-1" strike="noStrike">
                <a:solidFill>
                  <a:srgbClr val="8e99a4"/>
                </a:solidFill>
                <a:latin typeface="Inter"/>
                <a:ea typeface="DejaVu Sans"/>
              </a:rPr>
              <a:t>Remplacez [ ] par [x] une fois le critère démontré.</a:t>
            </a:r>
            <a:endParaRPr b="0" lang="fr-FR" sz="1100" spc="-1" strike="noStrike">
              <a:latin typeface="Arial"/>
            </a:endParaRPr>
          </a:p>
        </p:txBody>
      </p:sp>
      <p:sp>
        <p:nvSpPr>
          <p:cNvPr id="334" name="TextBox 37"/>
          <p:cNvSpPr/>
          <p:nvPr/>
        </p:nvSpPr>
        <p:spPr>
          <a:xfrm>
            <a:off x="5943600" y="2616840"/>
            <a:ext cx="5603400" cy="18000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06" strike="noStrike">
                <a:solidFill>
                  <a:srgbClr val="f5a623"/>
                </a:solidFill>
                <a:latin typeface="Inter"/>
                <a:ea typeface="DejaVu Sans"/>
              </a:rPr>
              <a:t>DIFFICULTÉS RENCONTRÉES ET TEMPS PERDU</a:t>
            </a:r>
            <a:endParaRPr b="0" lang="fr-FR" sz="1100" spc="-1" strike="noStrike">
              <a:latin typeface="Arial"/>
            </a:endParaRPr>
          </a:p>
        </p:txBody>
      </p:sp>
      <p:sp>
        <p:nvSpPr>
          <p:cNvPr id="335" name="Zone à rédiger"/>
          <p:cNvSpPr/>
          <p:nvPr/>
        </p:nvSpPr>
        <p:spPr>
          <a:xfrm>
            <a:off x="5943600" y="2872440"/>
            <a:ext cx="5603400" cy="116856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rIns="137160" tIns="73080" bIns="73080" anchor="t">
            <a:noAutofit/>
          </a:bodyPr>
          <a:p>
            <a:pPr>
              <a:lnSpc>
                <a:spcPct val="100000"/>
              </a:lnSpc>
              <a:buNone/>
            </a:pPr>
            <a:r>
              <a:rPr b="0" i="1" lang="fr-FR" sz="1200" spc="-1" strike="noStrike">
                <a:solidFill>
                  <a:srgbClr val="8e99a4"/>
                </a:solidFill>
                <a:latin typeface="Inter"/>
                <a:ea typeface="DejaVu Sans"/>
              </a:rPr>
              <a:t>[Rédigez ici]</a:t>
            </a:r>
            <a:endParaRPr b="0" lang="fr-FR" sz="1200" spc="-1" strike="noStrike">
              <a:latin typeface="Arial"/>
            </a:endParaRPr>
          </a:p>
        </p:txBody>
      </p:sp>
      <p:sp>
        <p:nvSpPr>
          <p:cNvPr id="336" name="TextBox 39"/>
          <p:cNvSpPr/>
          <p:nvPr/>
        </p:nvSpPr>
        <p:spPr>
          <a:xfrm>
            <a:off x="5943600" y="4217040"/>
            <a:ext cx="5603400" cy="18000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06" strike="noStrike">
                <a:solidFill>
                  <a:srgbClr val="f5a623"/>
                </a:solidFill>
                <a:latin typeface="Inter"/>
                <a:ea typeface="DejaVu Sans"/>
              </a:rPr>
              <a:t>POINT DE REPRISE UTILISÉ (OUI / NON, LEQUEL)</a:t>
            </a:r>
            <a:endParaRPr b="0" lang="fr-FR" sz="1100" spc="-1" strike="noStrike">
              <a:latin typeface="Arial"/>
            </a:endParaRPr>
          </a:p>
        </p:txBody>
      </p:sp>
      <p:sp>
        <p:nvSpPr>
          <p:cNvPr id="337" name="Zone à rédiger"/>
          <p:cNvSpPr/>
          <p:nvPr/>
        </p:nvSpPr>
        <p:spPr>
          <a:xfrm>
            <a:off x="5943600" y="4472640"/>
            <a:ext cx="5603400" cy="61992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rIns="137160" tIns="73080" bIns="73080" anchor="t">
            <a:noAutofit/>
          </a:bodyPr>
          <a:p>
            <a:pPr>
              <a:lnSpc>
                <a:spcPct val="100000"/>
              </a:lnSpc>
              <a:buNone/>
            </a:pPr>
            <a:r>
              <a:rPr b="0" i="1" lang="fr-FR" sz="1200" spc="-1" strike="noStrike">
                <a:solidFill>
                  <a:srgbClr val="8e99a4"/>
                </a:solidFill>
                <a:latin typeface="Inter"/>
                <a:ea typeface="DejaVu Sans"/>
              </a:rPr>
              <a:t>[Rédigez ici]</a:t>
            </a:r>
            <a:endParaRPr b="0" lang="fr-FR" sz="1200" spc="-1" strike="noStrike">
              <a:latin typeface="Arial"/>
            </a:endParaRPr>
          </a:p>
        </p:txBody>
      </p:sp>
      <p:sp>
        <p:nvSpPr>
          <p:cNvPr id="338" name="TextBox 41"/>
          <p:cNvSpPr/>
          <p:nvPr/>
        </p:nvSpPr>
        <p:spPr>
          <a:xfrm>
            <a:off x="5943600" y="5268600"/>
            <a:ext cx="5603400" cy="18000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06" strike="noStrike">
                <a:solidFill>
                  <a:srgbClr val="f5a623"/>
                </a:solidFill>
                <a:latin typeface="Inter"/>
                <a:ea typeface="DejaVu Sans"/>
              </a:rPr>
              <a:t>CE QUE NOUS FERIONS AUTREMENT</a:t>
            </a:r>
            <a:endParaRPr b="0" lang="fr-FR" sz="1100" spc="-1" strike="noStrike">
              <a:latin typeface="Arial"/>
            </a:endParaRPr>
          </a:p>
        </p:txBody>
      </p:sp>
      <p:sp>
        <p:nvSpPr>
          <p:cNvPr id="339" name="Zone à rédiger"/>
          <p:cNvSpPr/>
          <p:nvPr/>
        </p:nvSpPr>
        <p:spPr>
          <a:xfrm>
            <a:off x="5943600" y="5524200"/>
            <a:ext cx="5603400" cy="60048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rIns="137160" tIns="73080" bIns="73080" anchor="t">
            <a:noAutofit/>
          </a:bodyPr>
          <a:p>
            <a:pPr>
              <a:lnSpc>
                <a:spcPct val="100000"/>
              </a:lnSpc>
              <a:buNone/>
            </a:pPr>
            <a:r>
              <a:rPr b="0" i="1" lang="fr-FR" sz="1200" spc="-1" strike="noStrike">
                <a:solidFill>
                  <a:srgbClr val="8e99a4"/>
                </a:solidFill>
                <a:latin typeface="Inter"/>
                <a:ea typeface="DejaVu Sans"/>
              </a:rPr>
              <a:t>[Rédigez ici]</a:t>
            </a:r>
            <a:endParaRPr b="0" lang="fr-FR" sz="1200" spc="-1" strike="noStrike">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0" name="PlaceHolder 1"/>
          <p:cNvSpPr>
            <a:spLocks noGrp="1"/>
          </p:cNvSpPr>
          <p:nvPr>
            <p:ph/>
          </p:nvPr>
        </p:nvSpPr>
        <p:spPr>
          <a:xfrm>
            <a:off x="640080" y="2011680"/>
            <a:ext cx="2741400" cy="1186920"/>
          </a:xfrm>
          <a:prstGeom prst="rect">
            <a:avLst/>
          </a:prstGeom>
          <a:noFill/>
          <a:ln w="0">
            <a:noFill/>
          </a:ln>
        </p:spPr>
        <p:txBody>
          <a:bodyPr lIns="90000" rIns="90000" tIns="45000" bIns="45000" anchor="t">
            <a:noAutofit/>
          </a:bodyPr>
          <a:p>
            <a:pPr>
              <a:lnSpc>
                <a:spcPct val="100000"/>
              </a:lnSpc>
              <a:spcBef>
                <a:spcPts val="1440"/>
              </a:spcBef>
              <a:buNone/>
              <a:tabLst>
                <a:tab algn="l" pos="0"/>
              </a:tabLst>
            </a:pPr>
            <a:r>
              <a:rPr b="0" lang="en-US" sz="7200" spc="-1" strike="noStrike">
                <a:solidFill>
                  <a:srgbClr val="f5a623"/>
                </a:solidFill>
                <a:latin typeface="Fraunces SemiBold"/>
                <a:ea typeface="Fraunces SemiBold"/>
              </a:rPr>
              <a:t>03</a:t>
            </a:r>
            <a:endParaRPr b="0" lang="fr-FR" sz="7200" spc="-1" strike="noStrike">
              <a:latin typeface="Arial"/>
            </a:endParaRPr>
          </a:p>
        </p:txBody>
      </p:sp>
      <p:sp>
        <p:nvSpPr>
          <p:cNvPr id="341" name="PlaceHolder 2"/>
          <p:cNvSpPr>
            <a:spLocks noGrp="1"/>
          </p:cNvSpPr>
          <p:nvPr>
            <p:ph type="title"/>
          </p:nvPr>
        </p:nvSpPr>
        <p:spPr>
          <a:xfrm>
            <a:off x="640080" y="3200400"/>
            <a:ext cx="6581880" cy="1644120"/>
          </a:xfrm>
          <a:prstGeom prst="rect">
            <a:avLst/>
          </a:prstGeom>
          <a:noFill/>
          <a:ln w="0">
            <a:noFill/>
          </a:ln>
        </p:spPr>
        <p:txBody>
          <a:bodyPr lIns="90000" rIns="90000" tIns="45000" bIns="45000" anchor="t">
            <a:noAutofit/>
          </a:bodyPr>
          <a:p>
            <a:pPr>
              <a:lnSpc>
                <a:spcPct val="100000"/>
              </a:lnSpc>
              <a:buNone/>
              <a:tabLst>
                <a:tab algn="l" pos="0"/>
              </a:tabLst>
            </a:pPr>
            <a:r>
              <a:rPr b="0" lang="en-US" sz="4200" spc="-1" strike="noStrike">
                <a:solidFill>
                  <a:srgbClr val="f7f6f2"/>
                </a:solidFill>
                <a:latin typeface="Fraunces SemiBold"/>
                <a:ea typeface="Fraunces SemiBold"/>
              </a:rPr>
              <a:t>Intégrité et portes en SodaCL</a:t>
            </a:r>
            <a:endParaRPr b="0" lang="fr-FR" sz="4200" spc="-1" strike="noStrike">
              <a:latin typeface="Arial"/>
            </a:endParaRPr>
          </a:p>
        </p:txBody>
      </p:sp>
      <p:sp>
        <p:nvSpPr>
          <p:cNvPr id="342" name="PlaceHolder 3"/>
          <p:cNvSpPr>
            <a:spLocks noGrp="1"/>
          </p:cNvSpPr>
          <p:nvPr>
            <p:ph type="sldNum" idx="23"/>
          </p:nvPr>
        </p:nvSpPr>
        <p:spPr>
          <a:xfrm>
            <a:off x="10820160" y="6309360"/>
            <a:ext cx="729720" cy="29088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F32F0357-4E0B-41EF-B1E6-ECCB77B388AF}"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343" name="TextBox 25"/>
          <p:cNvSpPr/>
          <p:nvPr/>
        </p:nvSpPr>
        <p:spPr>
          <a:xfrm>
            <a:off x="640080" y="4892040"/>
            <a:ext cx="6399000" cy="838800"/>
          </a:xfrm>
          <a:prstGeom prst="rect">
            <a:avLst/>
          </a:prstGeom>
          <a:noFill/>
          <a:ln w="0">
            <a:noFill/>
          </a:ln>
        </p:spPr>
        <p:style>
          <a:lnRef idx="0"/>
          <a:fillRef idx="0"/>
          <a:effectRef idx="0"/>
          <a:fontRef idx="minor"/>
        </p:style>
        <p:txBody>
          <a:bodyPr lIns="0" rIns="0" tIns="0" bIns="0" anchor="t">
            <a:spAutoFit/>
          </a:bodyPr>
          <a:p>
            <a:pPr>
              <a:lnSpc>
                <a:spcPct val="115000"/>
              </a:lnSpc>
              <a:spcAft>
                <a:spcPts val="400"/>
              </a:spcAft>
              <a:buNone/>
            </a:pPr>
            <a:r>
              <a:rPr b="0" lang="fr-FR" sz="1600" spc="-1" strike="noStrike">
                <a:solidFill>
                  <a:srgbClr val="b8c0c8"/>
                </a:solidFill>
                <a:latin typeface="Inter"/>
                <a:ea typeface="DejaVu Sans"/>
              </a:rPr>
              <a:t>Séance 3 · Soda Core · US-12, 14, 16 à 20. Mêmes contrôles en SodaCL, code retour qui peut fermer une porte, intégrité entre tables.</a:t>
            </a:r>
            <a:endParaRPr b="0" lang="fr-FR" sz="1600" spc="-1" strike="noStrike">
              <a:latin typeface="Arial"/>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4" name="PlaceHolder 1"/>
          <p:cNvSpPr>
            <a:spLocks noGrp="1"/>
          </p:cNvSpPr>
          <p:nvPr>
            <p:ph type="title"/>
          </p:nvPr>
        </p:nvSpPr>
        <p:spPr>
          <a:xfrm>
            <a:off x="640080" y="502920"/>
            <a:ext cx="10906920" cy="729720"/>
          </a:xfrm>
          <a:prstGeom prst="rect">
            <a:avLst/>
          </a:prstGeom>
          <a:noFill/>
          <a:ln w="0">
            <a:noFill/>
          </a:ln>
        </p:spPr>
        <p:txBody>
          <a:bodyPr lIns="0" rIns="0" tIns="0" bIns="0" anchor="t">
            <a:noAutofit/>
          </a:bodyPr>
          <a:p>
            <a:pPr>
              <a:lnSpc>
                <a:spcPct val="100000"/>
              </a:lnSpc>
              <a:buNone/>
              <a:tabLst>
                <a:tab algn="l" pos="0"/>
              </a:tabLst>
            </a:pPr>
            <a:r>
              <a:rPr b="0" lang="en-US" sz="2800" spc="-1" strike="noStrike">
                <a:solidFill>
                  <a:srgbClr val="f7f6f2"/>
                </a:solidFill>
                <a:latin typeface="Fraunces SemiBold"/>
                <a:ea typeface="Fraunces SemiBold"/>
              </a:rPr>
              <a:t>Checks Soda : une source de données par couche</a:t>
            </a:r>
            <a:endParaRPr b="0" lang="fr-FR" sz="2800" spc="-1" strike="noStrike">
              <a:latin typeface="Arial"/>
            </a:endParaRPr>
          </a:p>
        </p:txBody>
      </p:sp>
      <p:sp>
        <p:nvSpPr>
          <p:cNvPr id="345" name="PlaceHolder 2"/>
          <p:cNvSpPr>
            <a:spLocks noGrp="1"/>
          </p:cNvSpPr>
          <p:nvPr>
            <p:ph type="sldNum" idx="24"/>
          </p:nvPr>
        </p:nvSpPr>
        <p:spPr>
          <a:xfrm>
            <a:off x="10820160" y="6309360"/>
            <a:ext cx="729720" cy="29088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6F0951AD-3FCC-4834-9FB8-6B38805B7282}"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346" name="TextBox 25"/>
          <p:cNvSpPr/>
          <p:nvPr/>
        </p:nvSpPr>
        <p:spPr>
          <a:xfrm>
            <a:off x="640080" y="283680"/>
            <a:ext cx="8044920" cy="18000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88" strike="noStrike">
                <a:solidFill>
                  <a:srgbClr val="f5a623"/>
                </a:solidFill>
                <a:latin typeface="Inter"/>
                <a:ea typeface="DejaVu Sans"/>
              </a:rPr>
              <a:t>S3 · US-12</a:t>
            </a:r>
            <a:endParaRPr b="0" lang="fr-FR" sz="1100" spc="-1" strike="noStrike">
              <a:latin typeface="Arial"/>
            </a:endParaRPr>
          </a:p>
        </p:txBody>
      </p:sp>
      <p:sp>
        <p:nvSpPr>
          <p:cNvPr id="347" name="TextBox 26"/>
          <p:cNvSpPr/>
          <p:nvPr/>
        </p:nvSpPr>
        <p:spPr>
          <a:xfrm>
            <a:off x="6976800" y="291960"/>
            <a:ext cx="4570200" cy="163440"/>
          </a:xfrm>
          <a:prstGeom prst="rect">
            <a:avLst/>
          </a:prstGeom>
          <a:noFill/>
          <a:ln w="0">
            <a:noFill/>
          </a:ln>
        </p:spPr>
        <p:style>
          <a:lnRef idx="0"/>
          <a:fillRef idx="0"/>
          <a:effectRef idx="0"/>
          <a:fontRef idx="minor"/>
        </p:style>
        <p:txBody>
          <a:bodyPr lIns="0" rIns="0" tIns="0" bIns="0" anchor="ctr">
            <a:spAutoFit/>
          </a:bodyPr>
          <a:p>
            <a:pPr algn="r">
              <a:lnSpc>
                <a:spcPct val="108000"/>
              </a:lnSpc>
              <a:spcAft>
                <a:spcPts val="400"/>
              </a:spcAft>
              <a:buNone/>
            </a:pPr>
            <a:r>
              <a:rPr b="1" lang="fr-FR" sz="1000" spc="106" strike="noStrike">
                <a:solidFill>
                  <a:srgbClr val="0f9b8e"/>
                </a:solidFill>
                <a:latin typeface="Inter"/>
                <a:ea typeface="DejaVu Sans"/>
              </a:rPr>
              <a:t>CRITÈRE : RÈGLES ET TESTS · 20 %</a:t>
            </a:r>
            <a:endParaRPr b="0" lang="fr-FR" sz="1000" spc="-1" strike="noStrike">
              <a:latin typeface="Arial"/>
            </a:endParaRPr>
          </a:p>
        </p:txBody>
      </p:sp>
      <p:sp>
        <p:nvSpPr>
          <p:cNvPr id="348" name="Attendu"/>
          <p:cNvSpPr/>
          <p:nvPr/>
        </p:nvSpPr>
        <p:spPr>
          <a:xfrm>
            <a:off x="640080" y="1325880"/>
            <a:ext cx="10906920" cy="106920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349" name="Attendu barre"/>
          <p:cNvSpPr/>
          <p:nvPr/>
        </p:nvSpPr>
        <p:spPr>
          <a:xfrm>
            <a:off x="640080" y="1325880"/>
            <a:ext cx="80640" cy="106920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350" name="Icône target" descr="Icône target"/>
          <p:cNvPicPr/>
          <p:nvPr/>
        </p:nvPicPr>
        <p:blipFill>
          <a:blip r:embed="rId1"/>
          <a:stretch/>
        </p:blipFill>
        <p:spPr>
          <a:xfrm>
            <a:off x="896040" y="1435680"/>
            <a:ext cx="272520" cy="272520"/>
          </a:xfrm>
          <a:prstGeom prst="rect">
            <a:avLst/>
          </a:prstGeom>
          <a:ln w="0">
            <a:noFill/>
          </a:ln>
        </p:spPr>
      </p:pic>
      <p:sp>
        <p:nvSpPr>
          <p:cNvPr id="351" name="TextBox 30"/>
          <p:cNvSpPr/>
          <p:nvPr/>
        </p:nvSpPr>
        <p:spPr>
          <a:xfrm>
            <a:off x="1261800" y="1473480"/>
            <a:ext cx="7313400" cy="19620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200" spc="126" strike="noStrike">
                <a:solidFill>
                  <a:srgbClr val="f5a623"/>
                </a:solidFill>
                <a:latin typeface="Inter"/>
                <a:ea typeface="DejaVu Sans"/>
              </a:rPr>
              <a:t>ATTENDU SUR CETTE PAGE</a:t>
            </a:r>
            <a:endParaRPr b="0" lang="fr-FR" sz="1200" spc="-1" strike="noStrike">
              <a:latin typeface="Arial"/>
            </a:endParaRPr>
          </a:p>
        </p:txBody>
      </p:sp>
      <p:sp>
        <p:nvSpPr>
          <p:cNvPr id="352" name="TextBox 31"/>
          <p:cNvSpPr/>
          <p:nvPr/>
        </p:nvSpPr>
        <p:spPr>
          <a:xfrm>
            <a:off x="914400" y="1783080"/>
            <a:ext cx="10358280" cy="465480"/>
          </a:xfrm>
          <a:prstGeom prst="rect">
            <a:avLst/>
          </a:prstGeom>
          <a:noFill/>
          <a:ln w="0">
            <a:noFill/>
          </a:ln>
        </p:spPr>
        <p:style>
          <a:lnRef idx="0"/>
          <a:fillRef idx="0"/>
          <a:effectRef idx="0"/>
          <a:fontRef idx="minor"/>
        </p:style>
        <p:txBody>
          <a:bodyPr lIns="0" rIns="0" tIns="0" bIns="0" anchor="t">
            <a:spAutoFit/>
          </a:bodyPr>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Chaque contrôle porte l'identifiant de sa </a:t>
            </a:r>
            <a:r>
              <a:rPr b="1" lang="fr-FR" sz="1300" spc="-1" strike="noStrike">
                <a:solidFill>
                  <a:srgbClr val="f5a623"/>
                </a:solidFill>
                <a:latin typeface="Inter"/>
                <a:ea typeface="DejaVu Sans"/>
              </a:rPr>
              <a:t>règle</a:t>
            </a:r>
            <a:r>
              <a:rPr b="0" lang="fr-FR" sz="1300" spc="-1" strike="noStrike">
                <a:solidFill>
                  <a:srgbClr val="f7f6f2"/>
                </a:solidFill>
                <a:latin typeface="Inter"/>
                <a:ea typeface="DejaVu Sans"/>
              </a:rPr>
              <a:t> et la </a:t>
            </a:r>
            <a:r>
              <a:rPr b="1" lang="fr-FR" sz="1300" spc="-1" strike="noStrike">
                <a:solidFill>
                  <a:srgbClr val="f5a623"/>
                </a:solidFill>
                <a:latin typeface="Inter"/>
                <a:ea typeface="DejaVu Sans"/>
              </a:rPr>
              <a:t>couche</a:t>
            </a:r>
            <a:r>
              <a:rPr b="0" lang="fr-FR" sz="1300" spc="-1" strike="noStrike">
                <a:solidFill>
                  <a:srgbClr val="f7f6f2"/>
                </a:solidFill>
                <a:latin typeface="Inter"/>
                <a:ea typeface="DejaVu Sans"/>
              </a:rPr>
              <a:t> mesurée.</a:t>
            </a:r>
            <a:endParaRPr b="0" lang="fr-FR" sz="1300" spc="-1" strike="noStrike">
              <a:latin typeface="Arial"/>
            </a:endParaRPr>
          </a:p>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Le </a:t>
            </a:r>
            <a:r>
              <a:rPr b="1" lang="fr-FR" sz="1300" spc="-1" strike="noStrike">
                <a:solidFill>
                  <a:srgbClr val="f5a623"/>
                </a:solidFill>
                <a:latin typeface="Inter"/>
                <a:ea typeface="DejaVu Sans"/>
              </a:rPr>
              <a:t>code retour</a:t>
            </a:r>
            <a:r>
              <a:rPr b="0" lang="fr-FR" sz="1300" spc="-1" strike="noStrike">
                <a:solidFill>
                  <a:srgbClr val="f7f6f2"/>
                </a:solidFill>
                <a:latin typeface="Inter"/>
                <a:ea typeface="DejaVu Sans"/>
              </a:rPr>
              <a:t> du scan : à quelle condition devient-il non nul ? Distinguez </a:t>
            </a:r>
            <a:r>
              <a:rPr b="1" lang="fr-FR" sz="1300" spc="-1" strike="noStrike">
                <a:solidFill>
                  <a:srgbClr val="f5a623"/>
                </a:solidFill>
                <a:latin typeface="Inter"/>
                <a:ea typeface="DejaVu Sans"/>
              </a:rPr>
              <a:t>avertissement</a:t>
            </a:r>
            <a:r>
              <a:rPr b="0" lang="fr-FR" sz="1300" spc="-1" strike="noStrike">
                <a:solidFill>
                  <a:srgbClr val="f7f6f2"/>
                </a:solidFill>
                <a:latin typeface="Inter"/>
                <a:ea typeface="DejaVu Sans"/>
              </a:rPr>
              <a:t> et </a:t>
            </a:r>
            <a:r>
              <a:rPr b="1" lang="fr-FR" sz="1300" spc="-1" strike="noStrike">
                <a:solidFill>
                  <a:srgbClr val="f5a623"/>
                </a:solidFill>
                <a:latin typeface="Inter"/>
                <a:ea typeface="DejaVu Sans"/>
              </a:rPr>
              <a:t>échec</a:t>
            </a:r>
            <a:r>
              <a:rPr b="0" lang="fr-FR" sz="1300" spc="-1" strike="noStrike">
                <a:solidFill>
                  <a:srgbClr val="f7f6f2"/>
                </a:solidFill>
                <a:latin typeface="Inter"/>
                <a:ea typeface="DejaVu Sans"/>
              </a:rPr>
              <a:t>.</a:t>
            </a:r>
            <a:endParaRPr b="0" lang="fr-FR" sz="1300" spc="-1" strike="noStrike">
              <a:latin typeface="Arial"/>
            </a:endParaRPr>
          </a:p>
        </p:txBody>
      </p:sp>
      <p:graphicFrame>
        <p:nvGraphicFramePr>
          <p:cNvPr id="353" name="Table 32"/>
          <p:cNvGraphicFramePr/>
          <p:nvPr/>
        </p:nvGraphicFramePr>
        <p:xfrm>
          <a:off x="640080" y="2534040"/>
          <a:ext cx="10908360" cy="2148120"/>
        </p:xfrm>
        <a:graphic>
          <a:graphicData uri="http://schemas.openxmlformats.org/drawingml/2006/table">
            <a:tbl>
              <a:tblPr/>
              <a:tblGrid>
                <a:gridCol w="1005840"/>
                <a:gridCol w="2743200"/>
                <a:gridCol w="1280160"/>
                <a:gridCol w="2743200"/>
                <a:gridCol w="1280160"/>
                <a:gridCol w="1856160"/>
              </a:tblGrid>
              <a:tr h="411480">
                <a:tc>
                  <a:txBody>
                    <a:bodyPr lIns="73080" rIns="73080" anchor="ctr">
                      <a:noAutofit/>
                    </a:bodyPr>
                    <a:p>
                      <a:pPr>
                        <a:lnSpc>
                          <a:spcPct val="100000"/>
                        </a:lnSpc>
                        <a:buNone/>
                      </a:pPr>
                      <a:r>
                        <a:rPr b="1" lang="en-US" sz="1050" spc="46" strike="noStrike">
                          <a:solidFill>
                            <a:srgbClr val="f5a623"/>
                          </a:solidFill>
                          <a:latin typeface="Inter"/>
                        </a:rPr>
                        <a:t>Règle</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6" strike="noStrike">
                          <a:solidFill>
                            <a:srgbClr val="f5a623"/>
                          </a:solidFill>
                          <a:latin typeface="Inter"/>
                        </a:rPr>
                        <a:t>Fichier de checks</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6" strike="noStrike">
                          <a:solidFill>
                            <a:srgbClr val="f5a623"/>
                          </a:solidFill>
                          <a:latin typeface="Inter"/>
                        </a:rPr>
                        <a:t>Couche</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6" strike="noStrike">
                          <a:solidFill>
                            <a:srgbClr val="f5a623"/>
                          </a:solidFill>
                          <a:latin typeface="Inter"/>
                        </a:rPr>
                        <a:t>Résultat (PASSED, WARN, FAILED)</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6" strike="noStrike">
                          <a:solidFill>
                            <a:srgbClr val="f5a623"/>
                          </a:solidFill>
                          <a:latin typeface="Inter"/>
                        </a:rPr>
                        <a:t>Valeur</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6" strike="noStrike">
                          <a:solidFill>
                            <a:srgbClr val="f5a623"/>
                          </a:solidFill>
                          <a:latin typeface="Inter"/>
                        </a:rPr>
                        <a:t>Code retour</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r>
              <a:tr h="347400">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47400">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47400">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47400">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47400">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bl>
          </a:graphicData>
        </a:graphic>
      </p:graphicFrame>
      <p:sp>
        <p:nvSpPr>
          <p:cNvPr id="354" name="TextBox 33"/>
          <p:cNvSpPr/>
          <p:nvPr/>
        </p:nvSpPr>
        <p:spPr>
          <a:xfrm>
            <a:off x="640080" y="4793040"/>
            <a:ext cx="5347440" cy="18000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06" strike="noStrike">
                <a:solidFill>
                  <a:srgbClr val="f5a623"/>
                </a:solidFill>
                <a:latin typeface="Inter"/>
                <a:ea typeface="DejaVu Sans"/>
              </a:rPr>
              <a:t>CODE RETOUR ET AVERTISSEMENTS</a:t>
            </a:r>
            <a:endParaRPr b="0" lang="fr-FR" sz="1100" spc="-1" strike="noStrike">
              <a:latin typeface="Arial"/>
            </a:endParaRPr>
          </a:p>
        </p:txBody>
      </p:sp>
      <p:sp>
        <p:nvSpPr>
          <p:cNvPr id="355" name="Zone à rédiger"/>
          <p:cNvSpPr/>
          <p:nvPr/>
        </p:nvSpPr>
        <p:spPr>
          <a:xfrm>
            <a:off x="640080" y="5048640"/>
            <a:ext cx="5347440" cy="107604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rIns="137160" tIns="73080" bIns="73080" anchor="t">
            <a:noAutofit/>
          </a:bodyPr>
          <a:p>
            <a:pPr>
              <a:lnSpc>
                <a:spcPct val="100000"/>
              </a:lnSpc>
              <a:buNone/>
            </a:pPr>
            <a:r>
              <a:rPr b="0" i="1" lang="fr-FR" sz="1200" spc="-1" strike="noStrike">
                <a:solidFill>
                  <a:srgbClr val="8e99a4"/>
                </a:solidFill>
                <a:latin typeface="Inter"/>
                <a:ea typeface="DejaVu Sans"/>
              </a:rPr>
              <a:t>[Rédigez ici]</a:t>
            </a:r>
            <a:endParaRPr b="0" lang="fr-FR" sz="1200" spc="-1" strike="noStrike">
              <a:latin typeface="Arial"/>
            </a:endParaRPr>
          </a:p>
        </p:txBody>
      </p:sp>
      <p:sp>
        <p:nvSpPr>
          <p:cNvPr id="356" name="TextBox 35"/>
          <p:cNvSpPr/>
          <p:nvPr/>
        </p:nvSpPr>
        <p:spPr>
          <a:xfrm>
            <a:off x="6199560" y="4793040"/>
            <a:ext cx="5347440" cy="18000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06" strike="noStrike">
                <a:solidFill>
                  <a:srgbClr val="f5a623"/>
                </a:solidFill>
                <a:latin typeface="Inter"/>
                <a:ea typeface="DejaVu Sans"/>
              </a:rPr>
              <a:t>COHÉRENCE AVEC GREAT EXPECTATIONS (S2)</a:t>
            </a:r>
            <a:endParaRPr b="0" lang="fr-FR" sz="1100" spc="-1" strike="noStrike">
              <a:latin typeface="Arial"/>
            </a:endParaRPr>
          </a:p>
        </p:txBody>
      </p:sp>
      <p:sp>
        <p:nvSpPr>
          <p:cNvPr id="357" name="Zone à rédiger"/>
          <p:cNvSpPr/>
          <p:nvPr/>
        </p:nvSpPr>
        <p:spPr>
          <a:xfrm>
            <a:off x="6199560" y="5048640"/>
            <a:ext cx="5347440" cy="107604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rIns="137160" tIns="73080" bIns="73080" anchor="t">
            <a:noAutofit/>
          </a:bodyPr>
          <a:p>
            <a:pPr>
              <a:lnSpc>
                <a:spcPct val="100000"/>
              </a:lnSpc>
              <a:buNone/>
            </a:pPr>
            <a:r>
              <a:rPr b="0" i="1" lang="fr-FR" sz="1200" spc="-1" strike="noStrike">
                <a:solidFill>
                  <a:srgbClr val="8e99a4"/>
                </a:solidFill>
                <a:latin typeface="Inter"/>
                <a:ea typeface="DejaVu Sans"/>
              </a:rPr>
              <a:t>[Écarts et explication]</a:t>
            </a:r>
            <a:endParaRPr b="0" lang="fr-FR" sz="1200" spc="-1" strike="noStrike">
              <a:latin typeface="Arial"/>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8" name="PlaceHolder 1"/>
          <p:cNvSpPr>
            <a:spLocks noGrp="1"/>
          </p:cNvSpPr>
          <p:nvPr>
            <p:ph type="title"/>
          </p:nvPr>
        </p:nvSpPr>
        <p:spPr>
          <a:xfrm>
            <a:off x="640080" y="502920"/>
            <a:ext cx="10906920" cy="729720"/>
          </a:xfrm>
          <a:prstGeom prst="rect">
            <a:avLst/>
          </a:prstGeom>
          <a:noFill/>
          <a:ln w="0">
            <a:noFill/>
          </a:ln>
        </p:spPr>
        <p:txBody>
          <a:bodyPr lIns="0" rIns="0" tIns="0" bIns="0" anchor="t">
            <a:noAutofit/>
          </a:bodyPr>
          <a:p>
            <a:pPr>
              <a:lnSpc>
                <a:spcPct val="100000"/>
              </a:lnSpc>
              <a:buNone/>
              <a:tabLst>
                <a:tab algn="l" pos="0"/>
              </a:tabLst>
            </a:pPr>
            <a:r>
              <a:rPr b="0" lang="en-US" sz="2800" spc="-1" strike="noStrike">
                <a:solidFill>
                  <a:srgbClr val="f7f6f2"/>
                </a:solidFill>
                <a:latin typeface="Fraunces SemiBold"/>
                <a:ea typeface="Fraunces SemiBold"/>
              </a:rPr>
              <a:t>Bilan d'intégrité et valeur sentinelle</a:t>
            </a:r>
            <a:endParaRPr b="0" lang="fr-FR" sz="2800" spc="-1" strike="noStrike">
              <a:latin typeface="Arial"/>
            </a:endParaRPr>
          </a:p>
        </p:txBody>
      </p:sp>
      <p:sp>
        <p:nvSpPr>
          <p:cNvPr id="359" name="PlaceHolder 2"/>
          <p:cNvSpPr>
            <a:spLocks noGrp="1"/>
          </p:cNvSpPr>
          <p:nvPr>
            <p:ph type="sldNum" idx="25"/>
          </p:nvPr>
        </p:nvSpPr>
        <p:spPr>
          <a:xfrm>
            <a:off x="10820160" y="6309360"/>
            <a:ext cx="729720" cy="29088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2AF3020D-E3D1-4980-A813-0EFB89EC8D6C}"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360" name="TextBox 25"/>
          <p:cNvSpPr/>
          <p:nvPr/>
        </p:nvSpPr>
        <p:spPr>
          <a:xfrm>
            <a:off x="640080" y="283680"/>
            <a:ext cx="8044920" cy="18000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88" strike="noStrike">
                <a:solidFill>
                  <a:srgbClr val="f5a623"/>
                </a:solidFill>
                <a:latin typeface="Inter"/>
                <a:ea typeface="DejaVu Sans"/>
              </a:rPr>
              <a:t>S3 · US-16, 17</a:t>
            </a:r>
            <a:endParaRPr b="0" lang="fr-FR" sz="1100" spc="-1" strike="noStrike">
              <a:latin typeface="Arial"/>
            </a:endParaRPr>
          </a:p>
        </p:txBody>
      </p:sp>
      <p:sp>
        <p:nvSpPr>
          <p:cNvPr id="361" name="TextBox 26"/>
          <p:cNvSpPr/>
          <p:nvPr/>
        </p:nvSpPr>
        <p:spPr>
          <a:xfrm>
            <a:off x="6976800" y="291960"/>
            <a:ext cx="4570200" cy="163440"/>
          </a:xfrm>
          <a:prstGeom prst="rect">
            <a:avLst/>
          </a:prstGeom>
          <a:noFill/>
          <a:ln w="0">
            <a:noFill/>
          </a:ln>
        </p:spPr>
        <p:style>
          <a:lnRef idx="0"/>
          <a:fillRef idx="0"/>
          <a:effectRef idx="0"/>
          <a:fontRef idx="minor"/>
        </p:style>
        <p:txBody>
          <a:bodyPr lIns="0" rIns="0" tIns="0" bIns="0" anchor="ctr">
            <a:spAutoFit/>
          </a:bodyPr>
          <a:p>
            <a:pPr algn="r">
              <a:lnSpc>
                <a:spcPct val="108000"/>
              </a:lnSpc>
              <a:spcAft>
                <a:spcPts val="400"/>
              </a:spcAft>
              <a:buNone/>
            </a:pPr>
            <a:r>
              <a:rPr b="1" lang="fr-FR" sz="1000" spc="106" strike="noStrike">
                <a:solidFill>
                  <a:srgbClr val="0f9b8e"/>
                </a:solidFill>
                <a:latin typeface="Inter"/>
                <a:ea typeface="DejaVu Sans"/>
              </a:rPr>
              <a:t>CRITÈRE : RÈGLES ET TESTS · 20 %</a:t>
            </a:r>
            <a:endParaRPr b="0" lang="fr-FR" sz="1000" spc="-1" strike="noStrike">
              <a:latin typeface="Arial"/>
            </a:endParaRPr>
          </a:p>
        </p:txBody>
      </p:sp>
      <p:sp>
        <p:nvSpPr>
          <p:cNvPr id="362" name="Attendu"/>
          <p:cNvSpPr/>
          <p:nvPr/>
        </p:nvSpPr>
        <p:spPr>
          <a:xfrm>
            <a:off x="640080" y="1325880"/>
            <a:ext cx="10906920" cy="106920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363" name="Attendu barre"/>
          <p:cNvSpPr/>
          <p:nvPr/>
        </p:nvSpPr>
        <p:spPr>
          <a:xfrm>
            <a:off x="640080" y="1325880"/>
            <a:ext cx="80640" cy="106920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364" name="Icône target" descr="Icône target"/>
          <p:cNvPicPr/>
          <p:nvPr/>
        </p:nvPicPr>
        <p:blipFill>
          <a:blip r:embed="rId1"/>
          <a:stretch/>
        </p:blipFill>
        <p:spPr>
          <a:xfrm>
            <a:off x="896040" y="1435680"/>
            <a:ext cx="272520" cy="272520"/>
          </a:xfrm>
          <a:prstGeom prst="rect">
            <a:avLst/>
          </a:prstGeom>
          <a:ln w="0">
            <a:noFill/>
          </a:ln>
        </p:spPr>
      </p:pic>
      <p:sp>
        <p:nvSpPr>
          <p:cNvPr id="365" name="TextBox 30"/>
          <p:cNvSpPr/>
          <p:nvPr/>
        </p:nvSpPr>
        <p:spPr>
          <a:xfrm>
            <a:off x="1261800" y="1473480"/>
            <a:ext cx="7313400" cy="19620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200" spc="126" strike="noStrike">
                <a:solidFill>
                  <a:srgbClr val="f5a623"/>
                </a:solidFill>
                <a:latin typeface="Inter"/>
                <a:ea typeface="DejaVu Sans"/>
              </a:rPr>
              <a:t>ATTENDU SUR CETTE PAGE</a:t>
            </a:r>
            <a:endParaRPr b="0" lang="fr-FR" sz="1200" spc="-1" strike="noStrike">
              <a:latin typeface="Arial"/>
            </a:endParaRPr>
          </a:p>
        </p:txBody>
      </p:sp>
      <p:sp>
        <p:nvSpPr>
          <p:cNvPr id="366" name="TextBox 31"/>
          <p:cNvSpPr/>
          <p:nvPr/>
        </p:nvSpPr>
        <p:spPr>
          <a:xfrm>
            <a:off x="914400" y="1783080"/>
            <a:ext cx="10358280" cy="465480"/>
          </a:xfrm>
          <a:prstGeom prst="rect">
            <a:avLst/>
          </a:prstGeom>
          <a:noFill/>
          <a:ln w="0">
            <a:noFill/>
          </a:ln>
        </p:spPr>
        <p:style>
          <a:lnRef idx="0"/>
          <a:fillRef idx="0"/>
          <a:effectRef idx="0"/>
          <a:fontRef idx="minor"/>
        </p:style>
        <p:txBody>
          <a:bodyPr lIns="0" rIns="0" tIns="0" bIns="0" anchor="t">
            <a:spAutoFit/>
          </a:bodyPr>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Le </a:t>
            </a:r>
            <a:r>
              <a:rPr b="1" lang="fr-FR" sz="1300" spc="-1" strike="noStrike">
                <a:solidFill>
                  <a:srgbClr val="f5a623"/>
                </a:solidFill>
                <a:latin typeface="Inter"/>
                <a:ea typeface="DejaVu Sans"/>
              </a:rPr>
              <a:t>nombre d'orphelins</a:t>
            </a:r>
            <a:r>
              <a:rPr b="0" lang="fr-FR" sz="1300" spc="-1" strike="noStrike">
                <a:solidFill>
                  <a:srgbClr val="f7f6f2"/>
                </a:solidFill>
                <a:latin typeface="Inter"/>
                <a:ea typeface="DejaVu Sans"/>
              </a:rPr>
              <a:t> par relation, avec une </a:t>
            </a:r>
            <a:r>
              <a:rPr b="1" lang="fr-FR" sz="1300" spc="-1" strike="noStrike">
                <a:solidFill>
                  <a:srgbClr val="f5a623"/>
                </a:solidFill>
                <a:latin typeface="Inter"/>
                <a:ea typeface="DejaVu Sans"/>
              </a:rPr>
              <a:t>conclusion</a:t>
            </a:r>
            <a:r>
              <a:rPr b="0" lang="fr-FR" sz="1300" spc="-1" strike="noStrike">
                <a:solidFill>
                  <a:srgbClr val="f7f6f2"/>
                </a:solidFill>
                <a:latin typeface="Inter"/>
                <a:ea typeface="DejaVu Sans"/>
              </a:rPr>
              <a:t> pour chacune (anomalie, sentinelle, normal).</a:t>
            </a:r>
            <a:endParaRPr b="0" lang="fr-FR" sz="1300" spc="-1" strike="noStrike">
              <a:latin typeface="Arial"/>
            </a:endParaRPr>
          </a:p>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La </a:t>
            </a:r>
            <a:r>
              <a:rPr b="1" lang="fr-FR" sz="1300" spc="-1" strike="noStrike">
                <a:solidFill>
                  <a:srgbClr val="f5a623"/>
                </a:solidFill>
                <a:latin typeface="Inter"/>
                <a:ea typeface="DejaVu Sans"/>
              </a:rPr>
              <a:t>valeur sentinelle</a:t>
            </a:r>
            <a:r>
              <a:rPr b="0" lang="fr-FR" sz="1300" spc="-1" strike="noStrike">
                <a:solidFill>
                  <a:srgbClr val="f7f6f2"/>
                </a:solidFill>
                <a:latin typeface="Inter"/>
                <a:ea typeface="DejaVu Sans"/>
              </a:rPr>
              <a:t> de assure_id : contrôle </a:t>
            </a:r>
            <a:r>
              <a:rPr b="1" lang="fr-FR" sz="1300" spc="-1" strike="noStrike">
                <a:solidFill>
                  <a:srgbClr val="f5a623"/>
                </a:solidFill>
                <a:latin typeface="Inter"/>
                <a:ea typeface="DejaVu Sans"/>
              </a:rPr>
              <a:t>avant</a:t>
            </a:r>
            <a:r>
              <a:rPr b="0" lang="fr-FR" sz="1300" spc="-1" strike="noStrike">
                <a:solidFill>
                  <a:srgbClr val="f7f6f2"/>
                </a:solidFill>
                <a:latin typeface="Inter"/>
                <a:ea typeface="DejaVu Sans"/>
              </a:rPr>
              <a:t> et </a:t>
            </a:r>
            <a:r>
              <a:rPr b="1" lang="fr-FR" sz="1300" spc="-1" strike="noStrike">
                <a:solidFill>
                  <a:srgbClr val="f5a623"/>
                </a:solidFill>
                <a:latin typeface="Inter"/>
                <a:ea typeface="DejaVu Sans"/>
              </a:rPr>
              <a:t>après</a:t>
            </a:r>
            <a:r>
              <a:rPr b="0" lang="fr-FR" sz="1300" spc="-1" strike="noStrike">
                <a:solidFill>
                  <a:srgbClr val="f7f6f2"/>
                </a:solidFill>
                <a:latin typeface="Inter"/>
                <a:ea typeface="DejaVu Sans"/>
              </a:rPr>
              <a:t>, écart chiffré, </a:t>
            </a:r>
            <a:r>
              <a:rPr b="1" lang="fr-FR" sz="1300" spc="-1" strike="noStrike">
                <a:solidFill>
                  <a:srgbClr val="f5a623"/>
                </a:solidFill>
                <a:latin typeface="Inter"/>
                <a:ea typeface="DejaVu Sans"/>
              </a:rPr>
              <a:t>convention écrite</a:t>
            </a:r>
            <a:r>
              <a:rPr b="0" lang="fr-FR" sz="1300" spc="-1" strike="noStrike">
                <a:solidFill>
                  <a:srgbClr val="f7f6f2"/>
                </a:solidFill>
                <a:latin typeface="Inter"/>
                <a:ea typeface="DejaVu Sans"/>
              </a:rPr>
              <a:t>.</a:t>
            </a:r>
            <a:endParaRPr b="0" lang="fr-FR" sz="1300" spc="-1" strike="noStrike">
              <a:latin typeface="Arial"/>
            </a:endParaRPr>
          </a:p>
        </p:txBody>
      </p:sp>
      <p:graphicFrame>
        <p:nvGraphicFramePr>
          <p:cNvPr id="367" name="Table 32"/>
          <p:cNvGraphicFramePr/>
          <p:nvPr/>
        </p:nvGraphicFramePr>
        <p:xfrm>
          <a:off x="640080" y="2534040"/>
          <a:ext cx="10908360" cy="1508040"/>
        </p:xfrm>
        <a:graphic>
          <a:graphicData uri="http://schemas.openxmlformats.org/drawingml/2006/table">
            <a:tbl>
              <a:tblPr/>
              <a:tblGrid>
                <a:gridCol w="3657600"/>
                <a:gridCol w="1371600"/>
                <a:gridCol w="1554480"/>
                <a:gridCol w="1188720"/>
                <a:gridCol w="3136320"/>
              </a:tblGrid>
              <a:tr h="301680">
                <a:tc>
                  <a:txBody>
                    <a:bodyPr lIns="73080" rIns="73080" anchor="ctr">
                      <a:noAutofit/>
                    </a:bodyPr>
                    <a:p>
                      <a:pPr>
                        <a:lnSpc>
                          <a:spcPct val="100000"/>
                        </a:lnSpc>
                        <a:buNone/>
                      </a:pPr>
                      <a:r>
                        <a:rPr b="1" lang="en-US" sz="1000" spc="46" strike="noStrike">
                          <a:solidFill>
                            <a:srgbClr val="f5a623"/>
                          </a:solidFill>
                          <a:latin typeface="Inter"/>
                        </a:rPr>
                        <a:t>Relation</a:t>
                      </a:r>
                      <a:endParaRPr b="0" lang="fr-FR" sz="10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00" spc="46" strike="noStrike">
                          <a:solidFill>
                            <a:srgbClr val="f5a623"/>
                          </a:solidFill>
                          <a:latin typeface="Inter"/>
                        </a:rPr>
                        <a:t>Testées</a:t>
                      </a:r>
                      <a:endParaRPr b="0" lang="fr-FR" sz="10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00" spc="46" strike="noStrike">
                          <a:solidFill>
                            <a:srgbClr val="f5a623"/>
                          </a:solidFill>
                          <a:latin typeface="Inter"/>
                        </a:rPr>
                        <a:t>Orphelins</a:t>
                      </a:r>
                      <a:endParaRPr b="0" lang="fr-FR" sz="10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00" spc="46" strike="noStrike">
                          <a:solidFill>
                            <a:srgbClr val="f5a623"/>
                          </a:solidFill>
                          <a:latin typeface="Inter"/>
                        </a:rPr>
                        <a:t>Taux</a:t>
                      </a:r>
                      <a:endParaRPr b="0" lang="fr-FR" sz="10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00" spc="46" strike="noStrike">
                          <a:solidFill>
                            <a:srgbClr val="f5a623"/>
                          </a:solidFill>
                          <a:latin typeface="Inter"/>
                        </a:rPr>
                        <a:t>Conclusion</a:t>
                      </a:r>
                      <a:endParaRPr b="0" lang="fr-FR" sz="10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r>
              <a:tr h="301680">
                <a:tc>
                  <a:txBody>
                    <a:bodyPr lIns="73080" rIns="73080" anchor="ctr">
                      <a:noAutofit/>
                    </a:bodyPr>
                    <a:p>
                      <a:pPr>
                        <a:lnSpc>
                          <a:spcPct val="100000"/>
                        </a:lnSpc>
                        <a:buNone/>
                      </a:pPr>
                      <a:r>
                        <a:rPr b="1" lang="en-US" sz="1100" spc="-1" strike="noStrike">
                          <a:solidFill>
                            <a:srgbClr val="f7f6f2"/>
                          </a:solidFill>
                          <a:latin typeface="Inter"/>
                        </a:rPr>
                        <a:t>contrat.souscripteur_id → client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01680">
                <a:tc>
                  <a:txBody>
                    <a:bodyPr lIns="73080" rIns="73080" anchor="ctr">
                      <a:noAutofit/>
                    </a:bodyPr>
                    <a:p>
                      <a:pPr>
                        <a:lnSpc>
                          <a:spcPct val="100000"/>
                        </a:lnSpc>
                        <a:buNone/>
                      </a:pPr>
                      <a:r>
                        <a:rPr b="1" lang="en-US" sz="1100" spc="-1" strike="noStrike">
                          <a:solidFill>
                            <a:srgbClr val="f7f6f2"/>
                          </a:solidFill>
                          <a:latin typeface="Inter"/>
                        </a:rPr>
                        <a:t>contrat.assure_id → client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01680">
                <a:tc>
                  <a:txBody>
                    <a:bodyPr lIns="73080" rIns="73080" anchor="ctr">
                      <a:noAutofit/>
                    </a:bodyPr>
                    <a:p>
                      <a:pPr>
                        <a:lnSpc>
                          <a:spcPct val="100000"/>
                        </a:lnSpc>
                        <a:buNone/>
                      </a:pPr>
                      <a:r>
                        <a:rPr b="1" lang="en-US" sz="1100" spc="-1" strike="noStrike">
                          <a:solidFill>
                            <a:srgbClr val="f7f6f2"/>
                          </a:solidFill>
                          <a:latin typeface="Inter"/>
                        </a:rPr>
                        <a:t>contrat.code_type → type_contrat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01680">
                <a:tc>
                  <a:txBody>
                    <a:bodyPr lIns="73080" rIns="73080" anchor="ctr">
                      <a:noAutofit/>
                    </a:bodyPr>
                    <a:p>
                      <a:pPr>
                        <a:lnSpc>
                          <a:spcPct val="100000"/>
                        </a:lnSpc>
                        <a:buNone/>
                      </a:pPr>
                      <a:r>
                        <a:rPr b="1" lang="en-US" sz="1100" spc="-1" strike="noStrike">
                          <a:solidFill>
                            <a:srgbClr val="f7f6f2"/>
                          </a:solidFill>
                          <a:latin typeface="Inter"/>
                        </a:rPr>
                        <a:t>sinistre.contrat_id → contrat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bl>
          </a:graphicData>
        </a:graphic>
      </p:graphicFrame>
      <p:graphicFrame>
        <p:nvGraphicFramePr>
          <p:cNvPr id="368" name="Table 33"/>
          <p:cNvGraphicFramePr/>
          <p:nvPr/>
        </p:nvGraphicFramePr>
        <p:xfrm>
          <a:off x="640080" y="4152600"/>
          <a:ext cx="10908360" cy="904680"/>
        </p:xfrm>
        <a:graphic>
          <a:graphicData uri="http://schemas.openxmlformats.org/drawingml/2006/table">
            <a:tbl>
              <a:tblPr/>
              <a:tblGrid>
                <a:gridCol w="4572000"/>
                <a:gridCol w="2194560"/>
                <a:gridCol w="4142160"/>
              </a:tblGrid>
              <a:tr h="301680">
                <a:tc>
                  <a:txBody>
                    <a:bodyPr lIns="73080" rIns="73080" anchor="ctr">
                      <a:noAutofit/>
                    </a:bodyPr>
                    <a:p>
                      <a:pPr>
                        <a:lnSpc>
                          <a:spcPct val="100000"/>
                        </a:lnSpc>
                        <a:buNone/>
                      </a:pPr>
                      <a:r>
                        <a:rPr b="1" lang="en-US" sz="1000" spc="46" strike="noStrike">
                          <a:solidFill>
                            <a:srgbClr val="f5a623"/>
                          </a:solidFill>
                          <a:latin typeface="Inter"/>
                        </a:rPr>
                        <a:t>Contrôle sur assure_id</a:t>
                      </a:r>
                      <a:endParaRPr b="0" lang="fr-FR" sz="10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00" spc="46" strike="noStrike">
                          <a:solidFill>
                            <a:srgbClr val="f5a623"/>
                          </a:solidFill>
                          <a:latin typeface="Inter"/>
                        </a:rPr>
                        <a:t>Orphelins</a:t>
                      </a:r>
                      <a:endParaRPr b="0" lang="fr-FR" sz="10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00" spc="46" strike="noStrike">
                          <a:solidFill>
                            <a:srgbClr val="f5a623"/>
                          </a:solidFill>
                          <a:latin typeface="Inter"/>
                        </a:rPr>
                        <a:t>Preuve</a:t>
                      </a:r>
                      <a:endParaRPr b="0" lang="fr-FR" sz="10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r>
              <a:tr h="301680">
                <a:tc>
                  <a:txBody>
                    <a:bodyPr lIns="73080" rIns="73080" anchor="ctr">
                      <a:noAutofit/>
                    </a:bodyPr>
                    <a:p>
                      <a:pPr>
                        <a:lnSpc>
                          <a:spcPct val="100000"/>
                        </a:lnSpc>
                        <a:buNone/>
                      </a:pPr>
                      <a:r>
                        <a:rPr b="1" lang="en-US" sz="1100" spc="-1" strike="noStrike">
                          <a:solidFill>
                            <a:srgbClr val="f7f6f2"/>
                          </a:solidFill>
                          <a:latin typeface="Inter"/>
                        </a:rPr>
                        <a:t>Avant traitement de la sentinelle</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01680">
                <a:tc>
                  <a:txBody>
                    <a:bodyPr lIns="73080" rIns="73080" anchor="ctr">
                      <a:noAutofit/>
                    </a:bodyPr>
                    <a:p>
                      <a:pPr>
                        <a:lnSpc>
                          <a:spcPct val="100000"/>
                        </a:lnSpc>
                        <a:buNone/>
                      </a:pPr>
                      <a:r>
                        <a:rPr b="1" lang="en-US" sz="1100" spc="-1" strike="noStrike">
                          <a:solidFill>
                            <a:srgbClr val="f7f6f2"/>
                          </a:solidFill>
                          <a:latin typeface="Inter"/>
                        </a:rPr>
                        <a:t>Après traitement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bl>
          </a:graphicData>
        </a:graphic>
      </p:graphicFrame>
      <p:sp>
        <p:nvSpPr>
          <p:cNvPr id="369" name="TextBox 34"/>
          <p:cNvSpPr/>
          <p:nvPr/>
        </p:nvSpPr>
        <p:spPr>
          <a:xfrm>
            <a:off x="640080" y="5114880"/>
            <a:ext cx="10906920" cy="36072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06" strike="noStrike">
                <a:solidFill>
                  <a:srgbClr val="f5a623"/>
                </a:solidFill>
                <a:latin typeface="Inter"/>
                <a:ea typeface="DejaVu Sans"/>
              </a:rPr>
              <a:t>CONVENTION (QUI TRAITE LA SENTINELLE, DANS QUELLE COUCHE) ET POURQUOI LE PREMIER CONTRÔLE EST TROMPEUR</a:t>
            </a:r>
            <a:endParaRPr b="0" lang="fr-FR" sz="1100" spc="-1" strike="noStrike">
              <a:latin typeface="Arial"/>
            </a:endParaRPr>
          </a:p>
        </p:txBody>
      </p:sp>
      <p:sp>
        <p:nvSpPr>
          <p:cNvPr id="370" name="Zone à rédiger"/>
          <p:cNvSpPr/>
          <p:nvPr/>
        </p:nvSpPr>
        <p:spPr>
          <a:xfrm>
            <a:off x="640080" y="5460120"/>
            <a:ext cx="10906920" cy="66456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rIns="137160" tIns="73080" bIns="73080" anchor="t">
            <a:noAutofit/>
          </a:bodyPr>
          <a:p>
            <a:pPr>
              <a:lnSpc>
                <a:spcPct val="100000"/>
              </a:lnSpc>
              <a:buNone/>
            </a:pPr>
            <a:r>
              <a:rPr b="0" i="1" lang="fr-FR" sz="1200" spc="-1" strike="noStrike">
                <a:solidFill>
                  <a:srgbClr val="8e99a4"/>
                </a:solidFill>
                <a:latin typeface="Inter"/>
                <a:ea typeface="DejaVu Sans"/>
              </a:rPr>
              <a:t>[Rédigez ici]</a:t>
            </a:r>
            <a:endParaRPr b="0" lang="fr-FR" sz="1200" spc="-1" strike="noStrike">
              <a:latin typeface="Arial"/>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71" name="PlaceHolder 1"/>
          <p:cNvSpPr>
            <a:spLocks noGrp="1"/>
          </p:cNvSpPr>
          <p:nvPr>
            <p:ph type="title"/>
          </p:nvPr>
        </p:nvSpPr>
        <p:spPr>
          <a:xfrm>
            <a:off x="640080" y="502920"/>
            <a:ext cx="10906920" cy="729720"/>
          </a:xfrm>
          <a:prstGeom prst="rect">
            <a:avLst/>
          </a:prstGeom>
          <a:noFill/>
          <a:ln w="0">
            <a:noFill/>
          </a:ln>
        </p:spPr>
        <p:txBody>
          <a:bodyPr lIns="0" rIns="0" tIns="0" bIns="0" anchor="t">
            <a:noAutofit/>
          </a:bodyPr>
          <a:p>
            <a:pPr>
              <a:lnSpc>
                <a:spcPct val="100000"/>
              </a:lnSpc>
              <a:buNone/>
              <a:tabLst>
                <a:tab algn="l" pos="0"/>
              </a:tabLst>
            </a:pPr>
            <a:r>
              <a:rPr b="0" lang="en-US" sz="2800" spc="-1" strike="noStrike">
                <a:solidFill>
                  <a:srgbClr val="f7f6f2"/>
                </a:solidFill>
                <a:latin typeface="Fraunces SemiBold"/>
                <a:ea typeface="Fraunces SemiBold"/>
              </a:rPr>
              <a:t>Statuts, garantie et définition unique du client actif</a:t>
            </a:r>
            <a:endParaRPr b="0" lang="fr-FR" sz="2800" spc="-1" strike="noStrike">
              <a:latin typeface="Arial"/>
            </a:endParaRPr>
          </a:p>
        </p:txBody>
      </p:sp>
      <p:sp>
        <p:nvSpPr>
          <p:cNvPr id="372" name="PlaceHolder 2"/>
          <p:cNvSpPr>
            <a:spLocks noGrp="1"/>
          </p:cNvSpPr>
          <p:nvPr>
            <p:ph type="sldNum" idx="26"/>
          </p:nvPr>
        </p:nvSpPr>
        <p:spPr>
          <a:xfrm>
            <a:off x="10820160" y="6309360"/>
            <a:ext cx="729720" cy="29088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59D83F0D-D3B0-4E83-A29C-E97C7F58E39A}"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373" name="TextBox 25"/>
          <p:cNvSpPr/>
          <p:nvPr/>
        </p:nvSpPr>
        <p:spPr>
          <a:xfrm>
            <a:off x="640080" y="283680"/>
            <a:ext cx="8044920" cy="18000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88" strike="noStrike">
                <a:solidFill>
                  <a:srgbClr val="f5a623"/>
                </a:solidFill>
                <a:latin typeface="Inter"/>
                <a:ea typeface="DejaVu Sans"/>
              </a:rPr>
              <a:t>S3 · US-18, 19, 14</a:t>
            </a:r>
            <a:endParaRPr b="0" lang="fr-FR" sz="1100" spc="-1" strike="noStrike">
              <a:latin typeface="Arial"/>
            </a:endParaRPr>
          </a:p>
        </p:txBody>
      </p:sp>
      <p:sp>
        <p:nvSpPr>
          <p:cNvPr id="374" name="TextBox 26"/>
          <p:cNvSpPr/>
          <p:nvPr/>
        </p:nvSpPr>
        <p:spPr>
          <a:xfrm>
            <a:off x="6976800" y="291960"/>
            <a:ext cx="4570200" cy="163440"/>
          </a:xfrm>
          <a:prstGeom prst="rect">
            <a:avLst/>
          </a:prstGeom>
          <a:noFill/>
          <a:ln w="0">
            <a:noFill/>
          </a:ln>
        </p:spPr>
        <p:style>
          <a:lnRef idx="0"/>
          <a:fillRef idx="0"/>
          <a:effectRef idx="0"/>
          <a:fontRef idx="minor"/>
        </p:style>
        <p:txBody>
          <a:bodyPr lIns="0" rIns="0" tIns="0" bIns="0" anchor="ctr">
            <a:spAutoFit/>
          </a:bodyPr>
          <a:p>
            <a:pPr algn="r">
              <a:lnSpc>
                <a:spcPct val="108000"/>
              </a:lnSpc>
              <a:spcAft>
                <a:spcPts val="400"/>
              </a:spcAft>
              <a:buNone/>
            </a:pPr>
            <a:r>
              <a:rPr b="1" lang="fr-FR" sz="1000" spc="106" strike="noStrike">
                <a:solidFill>
                  <a:srgbClr val="0f9b8e"/>
                </a:solidFill>
                <a:latin typeface="Inter"/>
                <a:ea typeface="DejaVu Sans"/>
              </a:rPr>
              <a:t>CRITÈRE : RÈGLES ET TESTS · 20 %</a:t>
            </a:r>
            <a:endParaRPr b="0" lang="fr-FR" sz="1000" spc="-1" strike="noStrike">
              <a:latin typeface="Arial"/>
            </a:endParaRPr>
          </a:p>
        </p:txBody>
      </p:sp>
      <p:sp>
        <p:nvSpPr>
          <p:cNvPr id="375" name="Attendu"/>
          <p:cNvSpPr/>
          <p:nvPr/>
        </p:nvSpPr>
        <p:spPr>
          <a:xfrm>
            <a:off x="640080" y="1325880"/>
            <a:ext cx="10906920" cy="128340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376" name="Attendu barre"/>
          <p:cNvSpPr/>
          <p:nvPr/>
        </p:nvSpPr>
        <p:spPr>
          <a:xfrm>
            <a:off x="640080" y="1325880"/>
            <a:ext cx="80640" cy="128340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377" name="Icône target" descr="Icône target"/>
          <p:cNvPicPr/>
          <p:nvPr/>
        </p:nvPicPr>
        <p:blipFill>
          <a:blip r:embed="rId1"/>
          <a:stretch/>
        </p:blipFill>
        <p:spPr>
          <a:xfrm>
            <a:off x="896040" y="1435680"/>
            <a:ext cx="272520" cy="272520"/>
          </a:xfrm>
          <a:prstGeom prst="rect">
            <a:avLst/>
          </a:prstGeom>
          <a:ln w="0">
            <a:noFill/>
          </a:ln>
        </p:spPr>
      </p:pic>
      <p:sp>
        <p:nvSpPr>
          <p:cNvPr id="378" name="TextBox 30"/>
          <p:cNvSpPr/>
          <p:nvPr/>
        </p:nvSpPr>
        <p:spPr>
          <a:xfrm>
            <a:off x="1261800" y="1473480"/>
            <a:ext cx="7313400" cy="19620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200" spc="126" strike="noStrike">
                <a:solidFill>
                  <a:srgbClr val="f5a623"/>
                </a:solidFill>
                <a:latin typeface="Inter"/>
                <a:ea typeface="DejaVu Sans"/>
              </a:rPr>
              <a:t>ATTENDU SUR CETTE PAGE</a:t>
            </a:r>
            <a:endParaRPr b="0" lang="fr-FR" sz="1200" spc="-1" strike="noStrike">
              <a:latin typeface="Arial"/>
            </a:endParaRPr>
          </a:p>
        </p:txBody>
      </p:sp>
      <p:sp>
        <p:nvSpPr>
          <p:cNvPr id="379" name="TextBox 31"/>
          <p:cNvSpPr/>
          <p:nvPr/>
        </p:nvSpPr>
        <p:spPr>
          <a:xfrm>
            <a:off x="914400" y="1783080"/>
            <a:ext cx="10358280" cy="679320"/>
          </a:xfrm>
          <a:prstGeom prst="rect">
            <a:avLst/>
          </a:prstGeom>
          <a:noFill/>
          <a:ln w="0">
            <a:noFill/>
          </a:ln>
        </p:spPr>
        <p:style>
          <a:lnRef idx="0"/>
          <a:fillRef idx="0"/>
          <a:effectRef idx="0"/>
          <a:fontRef idx="minor"/>
        </p:style>
        <p:txBody>
          <a:bodyPr lIns="0" rIns="0" tIns="0" bIns="0" anchor="t">
            <a:spAutoFit/>
          </a:bodyPr>
          <a:p>
            <a:pPr marL="182880" indent="-182880">
              <a:lnSpc>
                <a:spcPct val="108000"/>
              </a:lnSpc>
              <a:spcAft>
                <a:spcPts val="300"/>
              </a:spcAft>
              <a:buClr>
                <a:srgbClr val="f5a623"/>
              </a:buClr>
              <a:buFont typeface="Symbol"/>
              <a:buChar char=""/>
            </a:pPr>
            <a:r>
              <a:rPr b="1" lang="fr-FR" sz="1300" spc="-1" strike="noStrike">
                <a:solidFill>
                  <a:srgbClr val="f5a623"/>
                </a:solidFill>
                <a:latin typeface="Inter"/>
                <a:ea typeface="DejaVu Sans"/>
              </a:rPr>
              <a:t>RQ-015, 016, 017</a:t>
            </a:r>
            <a:r>
              <a:rPr b="0" lang="fr-FR" sz="1300" spc="-1" strike="noStrike">
                <a:solidFill>
                  <a:srgbClr val="f7f6f2"/>
                </a:solidFill>
                <a:latin typeface="Inter"/>
                <a:ea typeface="DejaVu Sans"/>
              </a:rPr>
              <a:t> mesurées, avec une </a:t>
            </a:r>
            <a:r>
              <a:rPr b="1" lang="fr-FR" sz="1300" spc="-1" strike="noStrike">
                <a:solidFill>
                  <a:srgbClr val="f5a623"/>
                </a:solidFill>
                <a:latin typeface="Inter"/>
                <a:ea typeface="DejaVu Sans"/>
              </a:rPr>
              <a:t>règle de correction du statut</a:t>
            </a:r>
            <a:r>
              <a:rPr b="0" lang="fr-FR" sz="1300" spc="-1" strike="noStrike">
                <a:solidFill>
                  <a:srgbClr val="f7f6f2"/>
                </a:solidFill>
                <a:latin typeface="Inter"/>
                <a:ea typeface="DejaVu Sans"/>
              </a:rPr>
              <a:t> proposée au </a:t>
            </a:r>
            <a:r>
              <a:rPr b="1" lang="fr-FR" sz="1300" spc="-1" strike="noStrike">
                <a:solidFill>
                  <a:srgbClr val="f5a623"/>
                </a:solidFill>
                <a:latin typeface="Inter"/>
                <a:ea typeface="DejaVu Sans"/>
              </a:rPr>
              <a:t>Data Owner</a:t>
            </a:r>
            <a:r>
              <a:rPr b="0" lang="fr-FR" sz="1300" spc="-1" strike="noStrike">
                <a:solidFill>
                  <a:srgbClr val="f7f6f2"/>
                </a:solidFill>
                <a:latin typeface="Inter"/>
                <a:ea typeface="DejaVu Sans"/>
              </a:rPr>
              <a:t> (reportée au journal des décisions).</a:t>
            </a:r>
            <a:endParaRPr b="0" lang="fr-FR" sz="1300" spc="-1" strike="noStrike">
              <a:latin typeface="Arial"/>
            </a:endParaRPr>
          </a:p>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La </a:t>
            </a:r>
            <a:r>
              <a:rPr b="1" lang="fr-FR" sz="1300" spc="-1" strike="noStrike">
                <a:solidFill>
                  <a:srgbClr val="f5a623"/>
                </a:solidFill>
                <a:latin typeface="Inter"/>
                <a:ea typeface="DejaVu Sans"/>
              </a:rPr>
              <a:t>requête unique</a:t>
            </a:r>
            <a:r>
              <a:rPr b="0" lang="fr-FR" sz="1300" spc="-1" strike="noStrike">
                <a:solidFill>
                  <a:srgbClr val="f7f6f2"/>
                </a:solidFill>
                <a:latin typeface="Inter"/>
                <a:ea typeface="DejaVu Sans"/>
              </a:rPr>
              <a:t> du client actif : les trois directions obtiennent le </a:t>
            </a:r>
            <a:r>
              <a:rPr b="1" lang="fr-FR" sz="1300" spc="-1" strike="noStrike">
                <a:solidFill>
                  <a:srgbClr val="f5a623"/>
                </a:solidFill>
                <a:latin typeface="Inter"/>
                <a:ea typeface="DejaVu Sans"/>
              </a:rPr>
              <a:t>même chiffre</a:t>
            </a:r>
            <a:r>
              <a:rPr b="0" lang="fr-FR" sz="1300" spc="-1" strike="noStrike">
                <a:solidFill>
                  <a:srgbClr val="f7f6f2"/>
                </a:solidFill>
                <a:latin typeface="Inter"/>
                <a:ea typeface="DejaVu Sans"/>
              </a:rPr>
              <a:t>.</a:t>
            </a:r>
            <a:endParaRPr b="0" lang="fr-FR" sz="1300" spc="-1" strike="noStrike">
              <a:latin typeface="Arial"/>
            </a:endParaRPr>
          </a:p>
        </p:txBody>
      </p:sp>
      <p:graphicFrame>
        <p:nvGraphicFramePr>
          <p:cNvPr id="380" name="Table 32"/>
          <p:cNvGraphicFramePr/>
          <p:nvPr/>
        </p:nvGraphicFramePr>
        <p:xfrm>
          <a:off x="640080" y="2748240"/>
          <a:ext cx="10908360" cy="1389240"/>
        </p:xfrm>
        <a:graphic>
          <a:graphicData uri="http://schemas.openxmlformats.org/drawingml/2006/table">
            <a:tbl>
              <a:tblPr/>
              <a:tblGrid>
                <a:gridCol w="2377440"/>
                <a:gridCol w="2194560"/>
                <a:gridCol w="2103120"/>
                <a:gridCol w="2103120"/>
                <a:gridCol w="2130480"/>
              </a:tblGrid>
              <a:tr h="347400">
                <a:tc>
                  <a:txBody>
                    <a:bodyPr lIns="73080" rIns="73080" anchor="ctr">
                      <a:noAutofit/>
                    </a:bodyPr>
                    <a:p>
                      <a:pPr>
                        <a:lnSpc>
                          <a:spcPct val="100000"/>
                        </a:lnSpc>
                        <a:buNone/>
                      </a:pPr>
                      <a:r>
                        <a:rPr b="1" lang="en-US" sz="1050" spc="46" strike="noStrike">
                          <a:solidFill>
                            <a:srgbClr val="f5a623"/>
                          </a:solidFill>
                          <a:latin typeface="Inter"/>
                        </a:rPr>
                        <a:t>Règle</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6" strike="noStrike">
                          <a:solidFill>
                            <a:srgbClr val="f5a623"/>
                          </a:solidFill>
                          <a:latin typeface="Inter"/>
                        </a:rPr>
                        <a:t>Couche</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6" strike="noStrike">
                          <a:solidFill>
                            <a:srgbClr val="f5a623"/>
                          </a:solidFill>
                          <a:latin typeface="Inter"/>
                        </a:rPr>
                        <a:t>Testées</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6" strike="noStrike">
                          <a:solidFill>
                            <a:srgbClr val="f5a623"/>
                          </a:solidFill>
                          <a:latin typeface="Inter"/>
                        </a:rPr>
                        <a:t>Échecs</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6" strike="noStrike">
                          <a:solidFill>
                            <a:srgbClr val="f5a623"/>
                          </a:solidFill>
                          <a:latin typeface="Inter"/>
                        </a:rPr>
                        <a:t>Taux</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r>
              <a:tr h="347400">
                <a:tc>
                  <a:txBody>
                    <a:bodyPr lIns="73080" rIns="73080" anchor="ctr">
                      <a:noAutofit/>
                    </a:bodyPr>
                    <a:p>
                      <a:pPr>
                        <a:lnSpc>
                          <a:spcPct val="100000"/>
                        </a:lnSpc>
                        <a:buNone/>
                      </a:pPr>
                      <a:r>
                        <a:rPr b="1" lang="en-US" sz="1150" spc="-1" strike="noStrike">
                          <a:solidFill>
                            <a:srgbClr val="f7f6f2"/>
                          </a:solidFill>
                          <a:latin typeface="Inter"/>
                        </a:rPr>
                        <a:t>RQ-015</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47400">
                <a:tc>
                  <a:txBody>
                    <a:bodyPr lIns="73080" rIns="73080" anchor="ctr">
                      <a:noAutofit/>
                    </a:bodyPr>
                    <a:p>
                      <a:pPr>
                        <a:lnSpc>
                          <a:spcPct val="100000"/>
                        </a:lnSpc>
                        <a:buNone/>
                      </a:pPr>
                      <a:r>
                        <a:rPr b="1" lang="en-US" sz="1150" spc="-1" strike="noStrike">
                          <a:solidFill>
                            <a:srgbClr val="f7f6f2"/>
                          </a:solidFill>
                          <a:latin typeface="Inter"/>
                        </a:rPr>
                        <a:t>RQ-016</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47400">
                <a:tc>
                  <a:txBody>
                    <a:bodyPr lIns="73080" rIns="73080" anchor="ctr">
                      <a:noAutofit/>
                    </a:bodyPr>
                    <a:p>
                      <a:pPr>
                        <a:lnSpc>
                          <a:spcPct val="100000"/>
                        </a:lnSpc>
                        <a:buNone/>
                      </a:pPr>
                      <a:r>
                        <a:rPr b="1" lang="en-US" sz="1150" spc="-1" strike="noStrike">
                          <a:solidFill>
                            <a:srgbClr val="f7f6f2"/>
                          </a:solidFill>
                          <a:latin typeface="Inter"/>
                        </a:rPr>
                        <a:t>RQ-017</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bl>
          </a:graphicData>
        </a:graphic>
      </p:graphicFrame>
      <p:graphicFrame>
        <p:nvGraphicFramePr>
          <p:cNvPr id="381" name="Table 33"/>
          <p:cNvGraphicFramePr/>
          <p:nvPr/>
        </p:nvGraphicFramePr>
        <p:xfrm>
          <a:off x="640080" y="4275000"/>
          <a:ext cx="5668920" cy="1389240"/>
        </p:xfrm>
        <a:graphic>
          <a:graphicData uri="http://schemas.openxmlformats.org/drawingml/2006/table">
            <a:tbl>
              <a:tblPr/>
              <a:tblGrid>
                <a:gridCol w="2743200"/>
                <a:gridCol w="2926080"/>
              </a:tblGrid>
              <a:tr h="347400">
                <a:tc>
                  <a:txBody>
                    <a:bodyPr lIns="73080" rIns="73080" anchor="ctr">
                      <a:noAutofit/>
                    </a:bodyPr>
                    <a:p>
                      <a:pPr>
                        <a:lnSpc>
                          <a:spcPct val="100000"/>
                        </a:lnSpc>
                        <a:buNone/>
                      </a:pPr>
                      <a:r>
                        <a:rPr b="1" lang="en-US" sz="1050" spc="46" strike="noStrike">
                          <a:solidFill>
                            <a:srgbClr val="f5a623"/>
                          </a:solidFill>
                          <a:latin typeface="Inter"/>
                        </a:rPr>
                        <a:t>Direction</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6" strike="noStrike">
                          <a:solidFill>
                            <a:srgbClr val="f5a623"/>
                          </a:solidFill>
                          <a:latin typeface="Inter"/>
                        </a:rPr>
                        <a:t>Chiffre avec la requête unique</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r>
              <a:tr h="347400">
                <a:tc>
                  <a:txBody>
                    <a:bodyPr lIns="73080" rIns="73080" anchor="ctr">
                      <a:noAutofit/>
                    </a:bodyPr>
                    <a:p>
                      <a:pPr>
                        <a:lnSpc>
                          <a:spcPct val="100000"/>
                        </a:lnSpc>
                        <a:buNone/>
                      </a:pPr>
                      <a:r>
                        <a:rPr b="1" lang="en-US" sz="1150" spc="-1" strike="noStrike">
                          <a:solidFill>
                            <a:srgbClr val="f7f6f2"/>
                          </a:solidFill>
                          <a:latin typeface="Inter"/>
                        </a:rPr>
                        <a:t>Commerciale</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47400">
                <a:tc>
                  <a:txBody>
                    <a:bodyPr lIns="73080" rIns="73080" anchor="ctr">
                      <a:noAutofit/>
                    </a:bodyPr>
                    <a:p>
                      <a:pPr>
                        <a:lnSpc>
                          <a:spcPct val="100000"/>
                        </a:lnSpc>
                        <a:buNone/>
                      </a:pPr>
                      <a:r>
                        <a:rPr b="1" lang="en-US" sz="1150" spc="-1" strike="noStrike">
                          <a:solidFill>
                            <a:srgbClr val="f7f6f2"/>
                          </a:solidFill>
                          <a:latin typeface="Inter"/>
                        </a:rPr>
                        <a:t>Sinistres</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47400">
                <a:tc>
                  <a:txBody>
                    <a:bodyPr lIns="73080" rIns="73080" anchor="ctr">
                      <a:noAutofit/>
                    </a:bodyPr>
                    <a:p>
                      <a:pPr>
                        <a:lnSpc>
                          <a:spcPct val="100000"/>
                        </a:lnSpc>
                        <a:buNone/>
                      </a:pPr>
                      <a:r>
                        <a:rPr b="1" lang="en-US" sz="1150" spc="-1" strike="noStrike">
                          <a:solidFill>
                            <a:srgbClr val="f7f6f2"/>
                          </a:solidFill>
                          <a:latin typeface="Inter"/>
                        </a:rPr>
                        <a:t>Risques</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bl>
          </a:graphicData>
        </a:graphic>
      </p:graphicFrame>
      <p:sp>
        <p:nvSpPr>
          <p:cNvPr id="382" name="TextBox 34"/>
          <p:cNvSpPr/>
          <p:nvPr/>
        </p:nvSpPr>
        <p:spPr>
          <a:xfrm>
            <a:off x="6583680" y="4312080"/>
            <a:ext cx="4963320" cy="18000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06" strike="noStrike">
                <a:solidFill>
                  <a:srgbClr val="f5a623"/>
                </a:solidFill>
                <a:latin typeface="Inter"/>
                <a:ea typeface="DejaVu Sans"/>
              </a:rPr>
              <a:t>RÈGLE DE CORRECTION DU STATUT PROPOSÉE</a:t>
            </a:r>
            <a:endParaRPr b="0" lang="fr-FR" sz="1100" spc="-1" strike="noStrike">
              <a:latin typeface="Arial"/>
            </a:endParaRPr>
          </a:p>
        </p:txBody>
      </p:sp>
      <p:sp>
        <p:nvSpPr>
          <p:cNvPr id="383" name="Zone à rédiger"/>
          <p:cNvSpPr/>
          <p:nvPr/>
        </p:nvSpPr>
        <p:spPr>
          <a:xfrm>
            <a:off x="6583680" y="4567680"/>
            <a:ext cx="4963320" cy="155700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rIns="137160" tIns="73080" bIns="73080" anchor="t">
            <a:noAutofit/>
          </a:bodyPr>
          <a:p>
            <a:pPr>
              <a:lnSpc>
                <a:spcPct val="100000"/>
              </a:lnSpc>
              <a:buNone/>
            </a:pPr>
            <a:r>
              <a:rPr b="0" i="1" lang="fr-FR" sz="1200" spc="-1" strike="noStrike">
                <a:solidFill>
                  <a:srgbClr val="8e99a4"/>
                </a:solidFill>
                <a:latin typeface="Inter"/>
                <a:ea typeface="DejaVu Sans"/>
              </a:rPr>
              <a:t>[Texte, rôle destinataire, date]</a:t>
            </a:r>
            <a:endParaRPr b="0" lang="fr-FR" sz="1200" spc="-1" strike="noStrike">
              <a:latin typeface="Arial"/>
            </a:endParaRPr>
          </a:p>
        </p:txBody>
      </p:sp>
      <p:sp>
        <p:nvSpPr>
          <p:cNvPr id="384" name="TextBox 36"/>
          <p:cNvSpPr/>
          <p:nvPr/>
        </p:nvSpPr>
        <p:spPr>
          <a:xfrm>
            <a:off x="640080" y="5738040"/>
            <a:ext cx="10906920" cy="180360"/>
          </a:xfrm>
          <a:prstGeom prst="rect">
            <a:avLst/>
          </a:prstGeom>
          <a:noFill/>
          <a:ln w="0">
            <a:noFill/>
          </a:ln>
        </p:spPr>
        <p:style>
          <a:lnRef idx="0"/>
          <a:fillRef idx="0"/>
          <a:effectRef idx="0"/>
          <a:fontRef idx="minor"/>
        </p:style>
        <p:txBody>
          <a:bodyPr lIns="0" rIns="0" tIns="0" bIns="0" anchor="t">
            <a:spAutoFit/>
          </a:bodyPr>
          <a:p>
            <a:pPr>
              <a:lnSpc>
                <a:spcPct val="108000"/>
              </a:lnSpc>
              <a:spcAft>
                <a:spcPts val="400"/>
              </a:spcAft>
              <a:buNone/>
            </a:pPr>
            <a:r>
              <a:rPr b="0" i="1" lang="fr-FR" sz="1100" spc="-1" strike="noStrike">
                <a:solidFill>
                  <a:srgbClr val="8e99a4"/>
                </a:solidFill>
                <a:latin typeface="Inter"/>
                <a:ea typeface="DejaVu Sans"/>
              </a:rPr>
              <a:t>Chemin de la requête du client actif et contrôle RQ-018 : à indiquer dans le dépôt.</a:t>
            </a:r>
            <a:endParaRPr b="0" lang="fr-FR" sz="1100" spc="-1" strike="noStrike">
              <a:latin typeface="Arial"/>
            </a:endParaRPr>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5" name="PlaceHolder 1"/>
          <p:cNvSpPr>
            <a:spLocks noGrp="1"/>
          </p:cNvSpPr>
          <p:nvPr>
            <p:ph type="title"/>
          </p:nvPr>
        </p:nvSpPr>
        <p:spPr>
          <a:xfrm>
            <a:off x="640080" y="502920"/>
            <a:ext cx="10906920" cy="729720"/>
          </a:xfrm>
          <a:prstGeom prst="rect">
            <a:avLst/>
          </a:prstGeom>
          <a:noFill/>
          <a:ln w="0">
            <a:noFill/>
          </a:ln>
        </p:spPr>
        <p:txBody>
          <a:bodyPr lIns="0" rIns="0" tIns="0" bIns="0" anchor="t">
            <a:noAutofit/>
          </a:bodyPr>
          <a:p>
            <a:pPr>
              <a:lnSpc>
                <a:spcPct val="100000"/>
              </a:lnSpc>
              <a:buNone/>
              <a:tabLst>
                <a:tab algn="l" pos="0"/>
              </a:tabLst>
            </a:pPr>
            <a:r>
              <a:rPr b="0" lang="en-US" sz="2800" spc="-1" strike="noStrike">
                <a:solidFill>
                  <a:srgbClr val="f7f6f2"/>
                </a:solidFill>
                <a:latin typeface="Fraunces SemiBold"/>
                <a:ea typeface="Fraunces SemiBold"/>
              </a:rPr>
              <a:t>Bilan de S3 : critères de fin et difficultés</a:t>
            </a:r>
            <a:endParaRPr b="0" lang="fr-FR" sz="2800" spc="-1" strike="noStrike">
              <a:latin typeface="Arial"/>
            </a:endParaRPr>
          </a:p>
        </p:txBody>
      </p:sp>
      <p:sp>
        <p:nvSpPr>
          <p:cNvPr id="386" name="PlaceHolder 2"/>
          <p:cNvSpPr>
            <a:spLocks noGrp="1"/>
          </p:cNvSpPr>
          <p:nvPr>
            <p:ph type="sldNum" idx="27"/>
          </p:nvPr>
        </p:nvSpPr>
        <p:spPr>
          <a:xfrm>
            <a:off x="10820160" y="6309360"/>
            <a:ext cx="729720" cy="29088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EBE781FF-8F5F-4345-A278-3211A298EF50}"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387" name="TextBox 25"/>
          <p:cNvSpPr/>
          <p:nvPr/>
        </p:nvSpPr>
        <p:spPr>
          <a:xfrm>
            <a:off x="640080" y="283680"/>
            <a:ext cx="8044920" cy="18000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88" strike="noStrike">
                <a:solidFill>
                  <a:srgbClr val="f5a623"/>
                </a:solidFill>
                <a:latin typeface="Inter"/>
                <a:ea typeface="DejaVu Sans"/>
              </a:rPr>
              <a:t>S3 · BILAN</a:t>
            </a:r>
            <a:endParaRPr b="0" lang="fr-FR" sz="1100" spc="-1" strike="noStrike">
              <a:latin typeface="Arial"/>
            </a:endParaRPr>
          </a:p>
        </p:txBody>
      </p:sp>
      <p:sp>
        <p:nvSpPr>
          <p:cNvPr id="388" name="TextBox 26"/>
          <p:cNvSpPr/>
          <p:nvPr/>
        </p:nvSpPr>
        <p:spPr>
          <a:xfrm>
            <a:off x="6976800" y="291960"/>
            <a:ext cx="4570200" cy="163440"/>
          </a:xfrm>
          <a:prstGeom prst="rect">
            <a:avLst/>
          </a:prstGeom>
          <a:noFill/>
          <a:ln w="0">
            <a:noFill/>
          </a:ln>
        </p:spPr>
        <p:style>
          <a:lnRef idx="0"/>
          <a:fillRef idx="0"/>
          <a:effectRef idx="0"/>
          <a:fontRef idx="minor"/>
        </p:style>
        <p:txBody>
          <a:bodyPr lIns="0" rIns="0" tIns="0" bIns="0" anchor="ctr">
            <a:spAutoFit/>
          </a:bodyPr>
          <a:p>
            <a:pPr algn="r">
              <a:lnSpc>
                <a:spcPct val="108000"/>
              </a:lnSpc>
              <a:spcAft>
                <a:spcPts val="400"/>
              </a:spcAft>
              <a:buNone/>
            </a:pPr>
            <a:r>
              <a:rPr b="1" lang="fr-FR" sz="1000" spc="106" strike="noStrike">
                <a:solidFill>
                  <a:srgbClr val="0f9b8e"/>
                </a:solidFill>
                <a:latin typeface="Inter"/>
                <a:ea typeface="DejaVu Sans"/>
              </a:rPr>
              <a:t>CRITÈRE : RÈGLES ET TESTS · 20 %</a:t>
            </a:r>
            <a:endParaRPr b="0" lang="fr-FR" sz="1000" spc="-1" strike="noStrike">
              <a:latin typeface="Arial"/>
            </a:endParaRPr>
          </a:p>
        </p:txBody>
      </p:sp>
      <p:sp>
        <p:nvSpPr>
          <p:cNvPr id="389" name="Attendu"/>
          <p:cNvSpPr/>
          <p:nvPr/>
        </p:nvSpPr>
        <p:spPr>
          <a:xfrm>
            <a:off x="640080" y="1325880"/>
            <a:ext cx="10906920" cy="106920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390" name="Attendu barre"/>
          <p:cNvSpPr/>
          <p:nvPr/>
        </p:nvSpPr>
        <p:spPr>
          <a:xfrm>
            <a:off x="640080" y="1325880"/>
            <a:ext cx="80640" cy="106920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391" name="Icône target" descr="Icône target"/>
          <p:cNvPicPr/>
          <p:nvPr/>
        </p:nvPicPr>
        <p:blipFill>
          <a:blip r:embed="rId1"/>
          <a:stretch/>
        </p:blipFill>
        <p:spPr>
          <a:xfrm>
            <a:off x="896040" y="1435680"/>
            <a:ext cx="272520" cy="272520"/>
          </a:xfrm>
          <a:prstGeom prst="rect">
            <a:avLst/>
          </a:prstGeom>
          <a:ln w="0">
            <a:noFill/>
          </a:ln>
        </p:spPr>
      </p:pic>
      <p:sp>
        <p:nvSpPr>
          <p:cNvPr id="392" name="TextBox 30"/>
          <p:cNvSpPr/>
          <p:nvPr/>
        </p:nvSpPr>
        <p:spPr>
          <a:xfrm>
            <a:off x="1261800" y="1473480"/>
            <a:ext cx="7313400" cy="19620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200" spc="126" strike="noStrike">
                <a:solidFill>
                  <a:srgbClr val="f5a623"/>
                </a:solidFill>
                <a:latin typeface="Inter"/>
                <a:ea typeface="DejaVu Sans"/>
              </a:rPr>
              <a:t>ATTENDU SUR CETTE PAGE</a:t>
            </a:r>
            <a:endParaRPr b="0" lang="fr-FR" sz="1200" spc="-1" strike="noStrike">
              <a:latin typeface="Arial"/>
            </a:endParaRPr>
          </a:p>
        </p:txBody>
      </p:sp>
      <p:sp>
        <p:nvSpPr>
          <p:cNvPr id="393" name="TextBox 31"/>
          <p:cNvSpPr/>
          <p:nvPr/>
        </p:nvSpPr>
        <p:spPr>
          <a:xfrm>
            <a:off x="914400" y="1783080"/>
            <a:ext cx="10358280" cy="465480"/>
          </a:xfrm>
          <a:prstGeom prst="rect">
            <a:avLst/>
          </a:prstGeom>
          <a:noFill/>
          <a:ln w="0">
            <a:noFill/>
          </a:ln>
        </p:spPr>
        <p:style>
          <a:lnRef idx="0"/>
          <a:fillRef idx="0"/>
          <a:effectRef idx="0"/>
          <a:fontRef idx="minor"/>
        </p:style>
        <p:txBody>
          <a:bodyPr lIns="0" rIns="0" tIns="0" bIns="0" anchor="t">
            <a:spAutoFit/>
          </a:bodyPr>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Chaque critère coché est </a:t>
            </a:r>
            <a:r>
              <a:rPr b="1" lang="fr-FR" sz="1300" spc="-1" strike="noStrike">
                <a:solidFill>
                  <a:srgbClr val="f5a623"/>
                </a:solidFill>
                <a:latin typeface="Inter"/>
                <a:ea typeface="DejaVu Sans"/>
              </a:rPr>
              <a:t>démontré</a:t>
            </a:r>
            <a:r>
              <a:rPr b="0" lang="fr-FR" sz="1300" spc="-1" strike="noStrike">
                <a:solidFill>
                  <a:srgbClr val="f7f6f2"/>
                </a:solidFill>
                <a:latin typeface="Inter"/>
                <a:ea typeface="DejaVu Sans"/>
              </a:rPr>
              <a:t> par une page de ce livrable ou par un fichier du dépôt.</a:t>
            </a:r>
            <a:endParaRPr b="0" lang="fr-FR" sz="1300" spc="-1" strike="noStrike">
              <a:latin typeface="Arial"/>
            </a:endParaRPr>
          </a:p>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Les difficultés sont </a:t>
            </a:r>
            <a:r>
              <a:rPr b="1" lang="fr-FR" sz="1300" spc="-1" strike="noStrike">
                <a:solidFill>
                  <a:srgbClr val="f5a623"/>
                </a:solidFill>
                <a:latin typeface="Inter"/>
                <a:ea typeface="DejaVu Sans"/>
              </a:rPr>
              <a:t>chiffrées en temps perdu</a:t>
            </a:r>
            <a:r>
              <a:rPr b="0" lang="fr-FR" sz="1300" spc="-1" strike="noStrike">
                <a:solidFill>
                  <a:srgbClr val="f7f6f2"/>
                </a:solidFill>
                <a:latin typeface="Inter"/>
                <a:ea typeface="DejaVu Sans"/>
              </a:rPr>
              <a:t> ; un point de reprise utilisé est </a:t>
            </a:r>
            <a:r>
              <a:rPr b="1" lang="fr-FR" sz="1300" spc="-1" strike="noStrike">
                <a:solidFill>
                  <a:srgbClr val="f5a623"/>
                </a:solidFill>
                <a:latin typeface="Inter"/>
                <a:ea typeface="DejaVu Sans"/>
              </a:rPr>
              <a:t>déclaré</a:t>
            </a:r>
            <a:r>
              <a:rPr b="0" lang="fr-FR" sz="1300" spc="-1" strike="noStrike">
                <a:solidFill>
                  <a:srgbClr val="f7f6f2"/>
                </a:solidFill>
                <a:latin typeface="Inter"/>
                <a:ea typeface="DejaVu Sans"/>
              </a:rPr>
              <a:t>.</a:t>
            </a:r>
            <a:endParaRPr b="0" lang="fr-FR" sz="1300" spc="-1" strike="noStrike">
              <a:latin typeface="Arial"/>
            </a:endParaRPr>
          </a:p>
        </p:txBody>
      </p:sp>
      <p:sp>
        <p:nvSpPr>
          <p:cNvPr id="394" name="Rectangle 32"/>
          <p:cNvSpPr/>
          <p:nvPr/>
        </p:nvSpPr>
        <p:spPr>
          <a:xfrm>
            <a:off x="640080" y="2579760"/>
            <a:ext cx="5118840" cy="3544920"/>
          </a:xfrm>
          <a:prstGeom prst="rect">
            <a:avLst/>
          </a:prstGeom>
          <a:solidFill>
            <a:srgbClr val="1c2e3d"/>
          </a:solidFill>
          <a:ln>
            <a:solidFill>
              <a:srgbClr val="2a4156"/>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395" name="Icône ok" descr="Icône ok"/>
          <p:cNvPicPr/>
          <p:nvPr/>
        </p:nvPicPr>
        <p:blipFill>
          <a:blip r:embed="rId2"/>
          <a:stretch/>
        </p:blipFill>
        <p:spPr>
          <a:xfrm>
            <a:off x="868680" y="2735280"/>
            <a:ext cx="309240" cy="309240"/>
          </a:xfrm>
          <a:prstGeom prst="rect">
            <a:avLst/>
          </a:prstGeom>
          <a:ln w="0">
            <a:noFill/>
          </a:ln>
        </p:spPr>
      </p:pic>
      <p:sp>
        <p:nvSpPr>
          <p:cNvPr id="396" name="TextBox 34"/>
          <p:cNvSpPr/>
          <p:nvPr/>
        </p:nvSpPr>
        <p:spPr>
          <a:xfrm>
            <a:off x="1289160" y="2783160"/>
            <a:ext cx="4570200" cy="21312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300" spc="106" strike="noStrike">
                <a:solidFill>
                  <a:srgbClr val="f7f6f2"/>
                </a:solidFill>
                <a:latin typeface="Inter"/>
                <a:ea typeface="DejaVu Sans"/>
              </a:rPr>
              <a:t>CRITÈRES DE FIN</a:t>
            </a:r>
            <a:endParaRPr b="0" lang="fr-FR" sz="1300" spc="-1" strike="noStrike">
              <a:latin typeface="Arial"/>
            </a:endParaRPr>
          </a:p>
        </p:txBody>
      </p:sp>
      <p:sp>
        <p:nvSpPr>
          <p:cNvPr id="397" name="TextBox 35"/>
          <p:cNvSpPr/>
          <p:nvPr/>
        </p:nvSpPr>
        <p:spPr>
          <a:xfrm>
            <a:off x="868680" y="3219840"/>
            <a:ext cx="4661640" cy="1705320"/>
          </a:xfrm>
          <a:prstGeom prst="rect">
            <a:avLst/>
          </a:prstGeom>
          <a:noFill/>
          <a:ln w="0">
            <a:noFill/>
          </a:ln>
        </p:spPr>
        <p:style>
          <a:lnRef idx="0"/>
          <a:fillRef idx="0"/>
          <a:effectRef idx="0"/>
          <a:fontRef idx="minor"/>
        </p:style>
        <p:txBody>
          <a:bodyPr lIns="0" rIns="0" tIns="0" bIns="0" anchor="t">
            <a:spAutoFit/>
          </a:bodyPr>
          <a:p>
            <a:pPr>
              <a:lnSpc>
                <a:spcPct val="108000"/>
              </a:lnSpc>
              <a:spcAft>
                <a:spcPts val="700"/>
              </a:spcAft>
              <a:buNone/>
            </a:pPr>
            <a:r>
              <a:rPr b="0" lang="fr-FR" sz="1250" spc="-1" strike="noStrike">
                <a:solidFill>
                  <a:srgbClr val="f7f6f2"/>
                </a:solidFill>
                <a:latin typeface="Consolas"/>
                <a:ea typeface="DejaVu Sans"/>
              </a:rPr>
              <a:t>[ ]</a:t>
            </a:r>
            <a:r>
              <a:rPr b="0" lang="fr-FR" sz="1250" spc="-1" strike="noStrike">
                <a:solidFill>
                  <a:srgbClr val="f7f6f2"/>
                </a:solidFill>
                <a:latin typeface="Inter"/>
                <a:ea typeface="DejaVu Sans"/>
              </a:rPr>
              <a:t> Un scan renvoie un code retour non nul quand une règle bloquante échoue.</a:t>
            </a:r>
            <a:endParaRPr b="0" lang="fr-FR" sz="1250" spc="-1" strike="noStrike">
              <a:latin typeface="Arial"/>
            </a:endParaRPr>
          </a:p>
          <a:p>
            <a:pPr>
              <a:lnSpc>
                <a:spcPct val="108000"/>
              </a:lnSpc>
              <a:spcAft>
                <a:spcPts val="700"/>
              </a:spcAft>
              <a:buNone/>
            </a:pPr>
            <a:r>
              <a:rPr b="0" lang="fr-FR" sz="1250" spc="-1" strike="noStrike">
                <a:solidFill>
                  <a:srgbClr val="f7f6f2"/>
                </a:solidFill>
                <a:latin typeface="Consolas"/>
                <a:ea typeface="DejaVu Sans"/>
              </a:rPr>
              <a:t>[ ]</a:t>
            </a:r>
            <a:r>
              <a:rPr b="0" lang="fr-FR" sz="1250" spc="-1" strike="noStrike">
                <a:solidFill>
                  <a:srgbClr val="f7f6f2"/>
                </a:solidFill>
                <a:latin typeface="Inter"/>
                <a:ea typeface="DejaVu Sans"/>
              </a:rPr>
              <a:t> Chaque contrôle porte l'identifiant de sa règle et la couche mesurée.</a:t>
            </a:r>
            <a:endParaRPr b="0" lang="fr-FR" sz="1250" spc="-1" strike="noStrike">
              <a:latin typeface="Arial"/>
            </a:endParaRPr>
          </a:p>
          <a:p>
            <a:pPr>
              <a:lnSpc>
                <a:spcPct val="108000"/>
              </a:lnSpc>
              <a:spcAft>
                <a:spcPts val="700"/>
              </a:spcAft>
              <a:buNone/>
            </a:pPr>
            <a:r>
              <a:rPr b="0" lang="fr-FR" sz="1250" spc="-1" strike="noStrike">
                <a:solidFill>
                  <a:srgbClr val="f7f6f2"/>
                </a:solidFill>
                <a:latin typeface="Consolas"/>
                <a:ea typeface="DejaVu Sans"/>
              </a:rPr>
              <a:t>[ ]</a:t>
            </a:r>
            <a:r>
              <a:rPr b="0" lang="fr-FR" sz="1250" spc="-1" strike="noStrike">
                <a:solidFill>
                  <a:srgbClr val="f7f6f2"/>
                </a:solidFill>
                <a:latin typeface="Inter"/>
                <a:ea typeface="DejaVu Sans"/>
              </a:rPr>
              <a:t> Les trois directions obtiennent le même chiffre avec la requête unique.</a:t>
            </a:r>
            <a:endParaRPr b="0" lang="fr-FR" sz="1250" spc="-1" strike="noStrike">
              <a:latin typeface="Arial"/>
            </a:endParaRPr>
          </a:p>
          <a:p>
            <a:pPr>
              <a:lnSpc>
                <a:spcPct val="108000"/>
              </a:lnSpc>
              <a:spcAft>
                <a:spcPts val="700"/>
              </a:spcAft>
              <a:buNone/>
            </a:pPr>
            <a:r>
              <a:rPr b="0" lang="fr-FR" sz="1250" spc="-1" strike="noStrike">
                <a:solidFill>
                  <a:srgbClr val="f7f6f2"/>
                </a:solidFill>
                <a:latin typeface="Consolas"/>
                <a:ea typeface="DejaVu Sans"/>
              </a:rPr>
              <a:t>[ ]</a:t>
            </a:r>
            <a:r>
              <a:rPr b="0" lang="fr-FR" sz="1250" spc="-1" strike="noStrike">
                <a:solidFill>
                  <a:srgbClr val="f7f6f2"/>
                </a:solidFill>
                <a:latin typeface="Inter"/>
                <a:ea typeface="DejaVu Sans"/>
              </a:rPr>
              <a:t> La valeur sentinelle est expliquée et traitée.</a:t>
            </a:r>
            <a:endParaRPr b="0" lang="fr-FR" sz="1250" spc="-1" strike="noStrike">
              <a:latin typeface="Arial"/>
            </a:endParaRPr>
          </a:p>
        </p:txBody>
      </p:sp>
      <p:sp>
        <p:nvSpPr>
          <p:cNvPr id="398" name="TextBox 36"/>
          <p:cNvSpPr/>
          <p:nvPr/>
        </p:nvSpPr>
        <p:spPr>
          <a:xfrm>
            <a:off x="640080" y="5852160"/>
            <a:ext cx="10906920" cy="180360"/>
          </a:xfrm>
          <a:prstGeom prst="rect">
            <a:avLst/>
          </a:prstGeom>
          <a:noFill/>
          <a:ln w="0">
            <a:noFill/>
          </a:ln>
        </p:spPr>
        <p:style>
          <a:lnRef idx="0"/>
          <a:fillRef idx="0"/>
          <a:effectRef idx="0"/>
          <a:fontRef idx="minor"/>
        </p:style>
        <p:txBody>
          <a:bodyPr lIns="0" rIns="0" tIns="0" bIns="0" anchor="t">
            <a:spAutoFit/>
          </a:bodyPr>
          <a:p>
            <a:pPr>
              <a:lnSpc>
                <a:spcPct val="108000"/>
              </a:lnSpc>
              <a:spcAft>
                <a:spcPts val="400"/>
              </a:spcAft>
              <a:buNone/>
            </a:pPr>
            <a:r>
              <a:rPr b="0" i="1" lang="fr-FR" sz="1100" spc="-1" strike="noStrike">
                <a:solidFill>
                  <a:srgbClr val="8e99a4"/>
                </a:solidFill>
                <a:latin typeface="Inter"/>
                <a:ea typeface="DejaVu Sans"/>
              </a:rPr>
              <a:t>Remplacez [ ] par [x] une fois le critère démontré.</a:t>
            </a:r>
            <a:endParaRPr b="0" lang="fr-FR" sz="1100" spc="-1" strike="noStrike">
              <a:latin typeface="Arial"/>
            </a:endParaRPr>
          </a:p>
        </p:txBody>
      </p:sp>
      <p:sp>
        <p:nvSpPr>
          <p:cNvPr id="399" name="TextBox 37"/>
          <p:cNvSpPr/>
          <p:nvPr/>
        </p:nvSpPr>
        <p:spPr>
          <a:xfrm>
            <a:off x="5943600" y="2616840"/>
            <a:ext cx="5603400" cy="18000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06" strike="noStrike">
                <a:solidFill>
                  <a:srgbClr val="f5a623"/>
                </a:solidFill>
                <a:latin typeface="Inter"/>
                <a:ea typeface="DejaVu Sans"/>
              </a:rPr>
              <a:t>DIFFICULTÉS RENCONTRÉES ET TEMPS PERDU</a:t>
            </a:r>
            <a:endParaRPr b="0" lang="fr-FR" sz="1100" spc="-1" strike="noStrike">
              <a:latin typeface="Arial"/>
            </a:endParaRPr>
          </a:p>
        </p:txBody>
      </p:sp>
      <p:sp>
        <p:nvSpPr>
          <p:cNvPr id="400" name="Zone à rédiger"/>
          <p:cNvSpPr/>
          <p:nvPr/>
        </p:nvSpPr>
        <p:spPr>
          <a:xfrm>
            <a:off x="5943600" y="2872440"/>
            <a:ext cx="5603400" cy="116856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rIns="137160" tIns="73080" bIns="73080" anchor="t">
            <a:noAutofit/>
          </a:bodyPr>
          <a:p>
            <a:pPr>
              <a:lnSpc>
                <a:spcPct val="100000"/>
              </a:lnSpc>
              <a:buNone/>
            </a:pPr>
            <a:r>
              <a:rPr b="0" i="1" lang="fr-FR" sz="1200" spc="-1" strike="noStrike">
                <a:solidFill>
                  <a:srgbClr val="8e99a4"/>
                </a:solidFill>
                <a:latin typeface="Inter"/>
                <a:ea typeface="DejaVu Sans"/>
              </a:rPr>
              <a:t>[Rédigez ici]</a:t>
            </a:r>
            <a:endParaRPr b="0" lang="fr-FR" sz="1200" spc="-1" strike="noStrike">
              <a:latin typeface="Arial"/>
            </a:endParaRPr>
          </a:p>
        </p:txBody>
      </p:sp>
      <p:sp>
        <p:nvSpPr>
          <p:cNvPr id="401" name="TextBox 39"/>
          <p:cNvSpPr/>
          <p:nvPr/>
        </p:nvSpPr>
        <p:spPr>
          <a:xfrm>
            <a:off x="5943600" y="4217040"/>
            <a:ext cx="5603400" cy="18000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06" strike="noStrike">
                <a:solidFill>
                  <a:srgbClr val="f5a623"/>
                </a:solidFill>
                <a:latin typeface="Inter"/>
                <a:ea typeface="DejaVu Sans"/>
              </a:rPr>
              <a:t>POINT DE REPRISE UTILISÉ (OUI / NON, LEQUEL)</a:t>
            </a:r>
            <a:endParaRPr b="0" lang="fr-FR" sz="1100" spc="-1" strike="noStrike">
              <a:latin typeface="Arial"/>
            </a:endParaRPr>
          </a:p>
        </p:txBody>
      </p:sp>
      <p:sp>
        <p:nvSpPr>
          <p:cNvPr id="402" name="Zone à rédiger"/>
          <p:cNvSpPr/>
          <p:nvPr/>
        </p:nvSpPr>
        <p:spPr>
          <a:xfrm>
            <a:off x="5943600" y="4472640"/>
            <a:ext cx="5603400" cy="61992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rIns="137160" tIns="73080" bIns="73080" anchor="t">
            <a:noAutofit/>
          </a:bodyPr>
          <a:p>
            <a:pPr>
              <a:lnSpc>
                <a:spcPct val="100000"/>
              </a:lnSpc>
              <a:buNone/>
            </a:pPr>
            <a:r>
              <a:rPr b="0" i="1" lang="fr-FR" sz="1200" spc="-1" strike="noStrike">
                <a:solidFill>
                  <a:srgbClr val="8e99a4"/>
                </a:solidFill>
                <a:latin typeface="Inter"/>
                <a:ea typeface="DejaVu Sans"/>
              </a:rPr>
              <a:t>[Rédigez ici]</a:t>
            </a:r>
            <a:endParaRPr b="0" lang="fr-FR" sz="1200" spc="-1" strike="noStrike">
              <a:latin typeface="Arial"/>
            </a:endParaRPr>
          </a:p>
        </p:txBody>
      </p:sp>
      <p:sp>
        <p:nvSpPr>
          <p:cNvPr id="403" name="TextBox 41"/>
          <p:cNvSpPr/>
          <p:nvPr/>
        </p:nvSpPr>
        <p:spPr>
          <a:xfrm>
            <a:off x="5943600" y="5268600"/>
            <a:ext cx="5603400" cy="18000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06" strike="noStrike">
                <a:solidFill>
                  <a:srgbClr val="f5a623"/>
                </a:solidFill>
                <a:latin typeface="Inter"/>
                <a:ea typeface="DejaVu Sans"/>
              </a:rPr>
              <a:t>CE QUE NOUS FERIONS AUTREMENT</a:t>
            </a:r>
            <a:endParaRPr b="0" lang="fr-FR" sz="1100" spc="-1" strike="noStrike">
              <a:latin typeface="Arial"/>
            </a:endParaRPr>
          </a:p>
        </p:txBody>
      </p:sp>
      <p:sp>
        <p:nvSpPr>
          <p:cNvPr id="404" name="Zone à rédiger"/>
          <p:cNvSpPr/>
          <p:nvPr/>
        </p:nvSpPr>
        <p:spPr>
          <a:xfrm>
            <a:off x="5943600" y="5524200"/>
            <a:ext cx="5603400" cy="60048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rIns="137160" tIns="73080" bIns="73080" anchor="t">
            <a:noAutofit/>
          </a:bodyPr>
          <a:p>
            <a:pPr>
              <a:lnSpc>
                <a:spcPct val="100000"/>
              </a:lnSpc>
              <a:buNone/>
            </a:pPr>
            <a:r>
              <a:rPr b="0" i="1" lang="fr-FR" sz="1200" spc="-1" strike="noStrike">
                <a:solidFill>
                  <a:srgbClr val="8e99a4"/>
                </a:solidFill>
                <a:latin typeface="Inter"/>
                <a:ea typeface="DejaVu Sans"/>
              </a:rPr>
              <a:t>[Rédigez ici]</a:t>
            </a:r>
            <a:endParaRPr b="0" lang="fr-FR" sz="1200" spc="-1" strike="noStrike">
              <a:latin typeface="Arial"/>
            </a:endParaRPr>
          </a:p>
        </p:txBody>
      </p:sp>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5" name="PlaceHolder 1"/>
          <p:cNvSpPr>
            <a:spLocks noGrp="1"/>
          </p:cNvSpPr>
          <p:nvPr>
            <p:ph/>
          </p:nvPr>
        </p:nvSpPr>
        <p:spPr>
          <a:xfrm>
            <a:off x="640080" y="2011680"/>
            <a:ext cx="2741400" cy="1186920"/>
          </a:xfrm>
          <a:prstGeom prst="rect">
            <a:avLst/>
          </a:prstGeom>
          <a:noFill/>
          <a:ln w="0">
            <a:noFill/>
          </a:ln>
        </p:spPr>
        <p:txBody>
          <a:bodyPr lIns="90000" rIns="90000" tIns="45000" bIns="45000" anchor="t">
            <a:noAutofit/>
          </a:bodyPr>
          <a:p>
            <a:pPr>
              <a:lnSpc>
                <a:spcPct val="100000"/>
              </a:lnSpc>
              <a:spcBef>
                <a:spcPts val="1440"/>
              </a:spcBef>
              <a:buNone/>
              <a:tabLst>
                <a:tab algn="l" pos="0"/>
              </a:tabLst>
            </a:pPr>
            <a:r>
              <a:rPr b="0" lang="en-US" sz="7200" spc="-1" strike="noStrike">
                <a:solidFill>
                  <a:srgbClr val="f5a623"/>
                </a:solidFill>
                <a:latin typeface="Fraunces SemiBold"/>
                <a:ea typeface="Fraunces SemiBold"/>
              </a:rPr>
              <a:t>04</a:t>
            </a:r>
            <a:endParaRPr b="0" lang="fr-FR" sz="7200" spc="-1" strike="noStrike">
              <a:latin typeface="Arial"/>
            </a:endParaRPr>
          </a:p>
        </p:txBody>
      </p:sp>
      <p:sp>
        <p:nvSpPr>
          <p:cNvPr id="406" name="PlaceHolder 2"/>
          <p:cNvSpPr>
            <a:spLocks noGrp="1"/>
          </p:cNvSpPr>
          <p:nvPr>
            <p:ph type="title"/>
          </p:nvPr>
        </p:nvSpPr>
        <p:spPr>
          <a:xfrm>
            <a:off x="640080" y="3200400"/>
            <a:ext cx="6581880" cy="1644120"/>
          </a:xfrm>
          <a:prstGeom prst="rect">
            <a:avLst/>
          </a:prstGeom>
          <a:noFill/>
          <a:ln w="0">
            <a:noFill/>
          </a:ln>
        </p:spPr>
        <p:txBody>
          <a:bodyPr lIns="90000" rIns="90000" tIns="45000" bIns="45000" anchor="t">
            <a:noAutofit/>
          </a:bodyPr>
          <a:p>
            <a:pPr>
              <a:lnSpc>
                <a:spcPct val="100000"/>
              </a:lnSpc>
              <a:buNone/>
              <a:tabLst>
                <a:tab algn="l" pos="0"/>
              </a:tabLst>
            </a:pPr>
            <a:r>
              <a:rPr b="0" lang="en-US" sz="4200" spc="-1" strike="noStrike">
                <a:solidFill>
                  <a:srgbClr val="f7f6f2"/>
                </a:solidFill>
                <a:latin typeface="Fraunces SemiBold"/>
                <a:ea typeface="Fraunces SemiBold"/>
              </a:rPr>
              <a:t>Construire silver puis gold</a:t>
            </a:r>
            <a:endParaRPr b="0" lang="fr-FR" sz="4200" spc="-1" strike="noStrike">
              <a:latin typeface="Arial"/>
            </a:endParaRPr>
          </a:p>
        </p:txBody>
      </p:sp>
      <p:sp>
        <p:nvSpPr>
          <p:cNvPr id="407" name="PlaceHolder 3"/>
          <p:cNvSpPr>
            <a:spLocks noGrp="1"/>
          </p:cNvSpPr>
          <p:nvPr>
            <p:ph type="sldNum" idx="28"/>
          </p:nvPr>
        </p:nvSpPr>
        <p:spPr>
          <a:xfrm>
            <a:off x="10820160" y="6309360"/>
            <a:ext cx="729720" cy="29088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914F40AD-CE45-403E-AEBC-370365EFB3C3}"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408" name="TextBox 25"/>
          <p:cNvSpPr/>
          <p:nvPr/>
        </p:nvSpPr>
        <p:spPr>
          <a:xfrm>
            <a:off x="640080" y="4892040"/>
            <a:ext cx="6399000" cy="838800"/>
          </a:xfrm>
          <a:prstGeom prst="rect">
            <a:avLst/>
          </a:prstGeom>
          <a:noFill/>
          <a:ln w="0">
            <a:noFill/>
          </a:ln>
        </p:spPr>
        <p:style>
          <a:lnRef idx="0"/>
          <a:fillRef idx="0"/>
          <a:effectRef idx="0"/>
          <a:fontRef idx="minor"/>
        </p:style>
        <p:txBody>
          <a:bodyPr lIns="0" rIns="0" tIns="0" bIns="0" anchor="t">
            <a:spAutoFit/>
          </a:bodyPr>
          <a:p>
            <a:pPr>
              <a:lnSpc>
                <a:spcPct val="115000"/>
              </a:lnSpc>
              <a:spcAft>
                <a:spcPts val="400"/>
              </a:spcAft>
              <a:buNone/>
            </a:pPr>
            <a:r>
              <a:rPr b="0" lang="fr-FR" sz="1600" spc="-1" strike="noStrike">
                <a:solidFill>
                  <a:srgbClr val="b8c0c8"/>
                </a:solidFill>
                <a:latin typeface="Inter"/>
                <a:ea typeface="DejaVu Sans"/>
              </a:rPr>
              <a:t>Séance 4 · PySpark · US-21 à 28. Standardiser, mettre en quarantaine, re-mesurer, dédoublonner, construire gold, retracer.</a:t>
            </a:r>
            <a:endParaRPr b="0" lang="fr-FR" sz="1600" spc="-1" strike="noStrike">
              <a:latin typeface="Arial"/>
            </a:endParaRPr>
          </a:p>
        </p:txBody>
      </p:sp>
    </p:spTree>
  </p:cSld>
  <mc:AlternateContent>
    <mc:Choice Requires="p14">
      <p:transition spd="slow" p14:dur="2000"/>
    </mc:Choice>
    <mc:Fallback>
      <p:transition spd="slow"/>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9" name="PlaceHolder 1"/>
          <p:cNvSpPr>
            <a:spLocks noGrp="1"/>
          </p:cNvSpPr>
          <p:nvPr>
            <p:ph type="title"/>
          </p:nvPr>
        </p:nvSpPr>
        <p:spPr>
          <a:xfrm>
            <a:off x="640080" y="502920"/>
            <a:ext cx="10906920" cy="729720"/>
          </a:xfrm>
          <a:prstGeom prst="rect">
            <a:avLst/>
          </a:prstGeom>
          <a:noFill/>
          <a:ln w="0">
            <a:noFill/>
          </a:ln>
        </p:spPr>
        <p:txBody>
          <a:bodyPr lIns="0" rIns="0" tIns="0" bIns="0" anchor="t">
            <a:noAutofit/>
          </a:bodyPr>
          <a:p>
            <a:pPr>
              <a:lnSpc>
                <a:spcPct val="100000"/>
              </a:lnSpc>
              <a:buNone/>
              <a:tabLst>
                <a:tab algn="l" pos="0"/>
              </a:tabLst>
            </a:pPr>
            <a:r>
              <a:rPr b="0" lang="en-US" sz="2800" spc="-1" strike="noStrike">
                <a:solidFill>
                  <a:srgbClr val="f7f6f2"/>
                </a:solidFill>
                <a:latin typeface="Fraunces SemiBold"/>
                <a:ea typeface="Fraunces SemiBold"/>
              </a:rPr>
              <a:t>Silver : traitements et quarantaine</a:t>
            </a:r>
            <a:endParaRPr b="0" lang="fr-FR" sz="2800" spc="-1" strike="noStrike">
              <a:latin typeface="Arial"/>
            </a:endParaRPr>
          </a:p>
        </p:txBody>
      </p:sp>
      <p:sp>
        <p:nvSpPr>
          <p:cNvPr id="410" name="PlaceHolder 2"/>
          <p:cNvSpPr>
            <a:spLocks noGrp="1"/>
          </p:cNvSpPr>
          <p:nvPr>
            <p:ph type="sldNum" idx="29"/>
          </p:nvPr>
        </p:nvSpPr>
        <p:spPr>
          <a:xfrm>
            <a:off x="10820160" y="6309360"/>
            <a:ext cx="729720" cy="29088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37D581C1-483C-492E-A20E-E9F86997441B}"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411" name="TextBox 25"/>
          <p:cNvSpPr/>
          <p:nvPr/>
        </p:nvSpPr>
        <p:spPr>
          <a:xfrm>
            <a:off x="640080" y="283680"/>
            <a:ext cx="8044920" cy="18000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88" strike="noStrike">
                <a:solidFill>
                  <a:srgbClr val="f5a623"/>
                </a:solidFill>
                <a:latin typeface="Inter"/>
                <a:ea typeface="DejaVu Sans"/>
              </a:rPr>
              <a:t>S4 · US-21, 22</a:t>
            </a:r>
            <a:endParaRPr b="0" lang="fr-FR" sz="1100" spc="-1" strike="noStrike">
              <a:latin typeface="Arial"/>
            </a:endParaRPr>
          </a:p>
        </p:txBody>
      </p:sp>
      <p:sp>
        <p:nvSpPr>
          <p:cNvPr id="412" name="TextBox 26"/>
          <p:cNvSpPr/>
          <p:nvPr/>
        </p:nvSpPr>
        <p:spPr>
          <a:xfrm>
            <a:off x="6976800" y="291960"/>
            <a:ext cx="4570200" cy="163440"/>
          </a:xfrm>
          <a:prstGeom prst="rect">
            <a:avLst/>
          </a:prstGeom>
          <a:noFill/>
          <a:ln w="0">
            <a:noFill/>
          </a:ln>
        </p:spPr>
        <p:style>
          <a:lnRef idx="0"/>
          <a:fillRef idx="0"/>
          <a:effectRef idx="0"/>
          <a:fontRef idx="minor"/>
        </p:style>
        <p:txBody>
          <a:bodyPr lIns="0" rIns="0" tIns="0" bIns="0" anchor="ctr">
            <a:spAutoFit/>
          </a:bodyPr>
          <a:p>
            <a:pPr algn="r">
              <a:lnSpc>
                <a:spcPct val="108000"/>
              </a:lnSpc>
              <a:spcAft>
                <a:spcPts val="400"/>
              </a:spcAft>
              <a:buNone/>
            </a:pPr>
            <a:r>
              <a:rPr b="1" lang="fr-FR" sz="1000" spc="106" strike="noStrike">
                <a:solidFill>
                  <a:srgbClr val="0f9b8e"/>
                </a:solidFill>
                <a:latin typeface="Inter"/>
                <a:ea typeface="DejaVu Sans"/>
              </a:rPr>
              <a:t>CRITÈRE : SILVER, GOLD ET TRAÇABILITÉ · 25 %</a:t>
            </a:r>
            <a:endParaRPr b="0" lang="fr-FR" sz="1000" spc="-1" strike="noStrike">
              <a:latin typeface="Arial"/>
            </a:endParaRPr>
          </a:p>
        </p:txBody>
      </p:sp>
      <p:sp>
        <p:nvSpPr>
          <p:cNvPr id="413" name="Attendu"/>
          <p:cNvSpPr/>
          <p:nvPr/>
        </p:nvSpPr>
        <p:spPr>
          <a:xfrm>
            <a:off x="640080" y="1325880"/>
            <a:ext cx="10906920" cy="132120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414" name="Attendu barre"/>
          <p:cNvSpPr/>
          <p:nvPr/>
        </p:nvSpPr>
        <p:spPr>
          <a:xfrm>
            <a:off x="640080" y="1325880"/>
            <a:ext cx="80640" cy="132120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415" name="Icône target" descr="Icône target"/>
          <p:cNvPicPr/>
          <p:nvPr/>
        </p:nvPicPr>
        <p:blipFill>
          <a:blip r:embed="rId1"/>
          <a:stretch/>
        </p:blipFill>
        <p:spPr>
          <a:xfrm>
            <a:off x="896040" y="1435680"/>
            <a:ext cx="272520" cy="272520"/>
          </a:xfrm>
          <a:prstGeom prst="rect">
            <a:avLst/>
          </a:prstGeom>
          <a:ln w="0">
            <a:noFill/>
          </a:ln>
        </p:spPr>
      </p:pic>
      <p:sp>
        <p:nvSpPr>
          <p:cNvPr id="416" name="TextBox 30"/>
          <p:cNvSpPr/>
          <p:nvPr/>
        </p:nvSpPr>
        <p:spPr>
          <a:xfrm>
            <a:off x="1261800" y="1473480"/>
            <a:ext cx="7313400" cy="19620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200" spc="126" strike="noStrike">
                <a:solidFill>
                  <a:srgbClr val="f5a623"/>
                </a:solidFill>
                <a:latin typeface="Inter"/>
                <a:ea typeface="DejaVu Sans"/>
              </a:rPr>
              <a:t>ATTENDU SUR CETTE PAGE</a:t>
            </a:r>
            <a:endParaRPr b="0" lang="fr-FR" sz="1200" spc="-1" strike="noStrike">
              <a:latin typeface="Arial"/>
            </a:endParaRPr>
          </a:p>
        </p:txBody>
      </p:sp>
      <p:sp>
        <p:nvSpPr>
          <p:cNvPr id="417" name="TextBox 31"/>
          <p:cNvSpPr/>
          <p:nvPr/>
        </p:nvSpPr>
        <p:spPr>
          <a:xfrm>
            <a:off x="914400" y="1783080"/>
            <a:ext cx="10358280" cy="717480"/>
          </a:xfrm>
          <a:prstGeom prst="rect">
            <a:avLst/>
          </a:prstGeom>
          <a:noFill/>
          <a:ln w="0">
            <a:noFill/>
          </a:ln>
        </p:spPr>
        <p:style>
          <a:lnRef idx="0"/>
          <a:fillRef idx="0"/>
          <a:effectRef idx="0"/>
          <a:fontRef idx="minor"/>
        </p:style>
        <p:txBody>
          <a:bodyPr lIns="0" rIns="0" tIns="0" bIns="0" anchor="t">
            <a:spAutoFit/>
          </a:bodyPr>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Pour chaque traitement : les </a:t>
            </a:r>
            <a:r>
              <a:rPr b="1" lang="fr-FR" sz="1300" spc="-1" strike="noStrike">
                <a:solidFill>
                  <a:srgbClr val="f5a623"/>
                </a:solidFill>
                <a:latin typeface="Inter"/>
                <a:ea typeface="DejaVu Sans"/>
              </a:rPr>
              <a:t>lignes modifiées</a:t>
            </a:r>
            <a:r>
              <a:rPr b="0" lang="fr-FR" sz="1300" spc="-1" strike="noStrike">
                <a:solidFill>
                  <a:srgbClr val="f7f6f2"/>
                </a:solidFill>
                <a:latin typeface="Inter"/>
                <a:ea typeface="DejaVu Sans"/>
              </a:rPr>
              <a:t> et le </a:t>
            </a:r>
            <a:r>
              <a:rPr b="1" lang="fr-FR" sz="1300" spc="-1" strike="noStrike">
                <a:solidFill>
                  <a:srgbClr val="f5a623"/>
                </a:solidFill>
                <a:latin typeface="Inter"/>
                <a:ea typeface="DejaVu Sans"/>
              </a:rPr>
              <a:t>garde-fou</a:t>
            </a:r>
            <a:r>
              <a:rPr b="0" lang="fr-FR" sz="1300" spc="-1" strike="noStrike">
                <a:solidFill>
                  <a:srgbClr val="f7f6f2"/>
                </a:solidFill>
                <a:latin typeface="Inter"/>
                <a:ea typeface="DejaVu Sans"/>
              </a:rPr>
              <a:t> (ce qu'il ne doit pas faire).</a:t>
            </a:r>
            <a:endParaRPr b="0" lang="fr-FR" sz="1300" spc="-1" strike="noStrike">
              <a:latin typeface="Arial"/>
            </a:endParaRPr>
          </a:p>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L'invariant </a:t>
            </a:r>
            <a:r>
              <a:rPr b="1" lang="fr-FR" sz="1300" spc="-1" strike="noStrike">
                <a:solidFill>
                  <a:srgbClr val="f5a623"/>
                </a:solidFill>
                <a:latin typeface="Inter"/>
                <a:ea typeface="DejaVu Sans"/>
              </a:rPr>
              <a:t>silver + rejets = bronze</a:t>
            </a:r>
            <a:r>
              <a:rPr b="0" lang="fr-FR" sz="1300" spc="-1" strike="noStrike">
                <a:solidFill>
                  <a:srgbClr val="f7f6f2"/>
                </a:solidFill>
                <a:latin typeface="Inter"/>
                <a:ea typeface="DejaVu Sans"/>
              </a:rPr>
              <a:t>, </a:t>
            </a:r>
            <a:r>
              <a:rPr b="1" lang="fr-FR" sz="1300" spc="-1" strike="noStrike">
                <a:solidFill>
                  <a:srgbClr val="f5a623"/>
                </a:solidFill>
                <a:latin typeface="Inter"/>
                <a:ea typeface="DejaVu Sans"/>
              </a:rPr>
              <a:t>table par table</a:t>
            </a:r>
            <a:r>
              <a:rPr b="0" lang="fr-FR" sz="1300" spc="-1" strike="noStrike">
                <a:solidFill>
                  <a:srgbClr val="f7f6f2"/>
                </a:solidFill>
                <a:latin typeface="Inter"/>
                <a:ea typeface="DejaVu Sans"/>
              </a:rPr>
              <a:t>, avec l'écart.</a:t>
            </a:r>
            <a:endParaRPr b="0" lang="fr-FR" sz="1300" spc="-1" strike="noStrike">
              <a:latin typeface="Arial"/>
            </a:endParaRPr>
          </a:p>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Une </a:t>
            </a:r>
            <a:r>
              <a:rPr b="1" lang="fr-FR" sz="1300" spc="-1" strike="noStrike">
                <a:solidFill>
                  <a:srgbClr val="f5a623"/>
                </a:solidFill>
                <a:latin typeface="Inter"/>
                <a:ea typeface="DejaVu Sans"/>
              </a:rPr>
              <a:t>preuve d'idempotence</a:t>
            </a:r>
            <a:r>
              <a:rPr b="0" lang="fr-FR" sz="1300" spc="-1" strike="noStrike">
                <a:solidFill>
                  <a:srgbClr val="f7f6f2"/>
                </a:solidFill>
                <a:latin typeface="Inter"/>
                <a:ea typeface="DejaVu Sans"/>
              </a:rPr>
              <a:t> : le traitement relancé deux fois donne le même résultat.</a:t>
            </a:r>
            <a:endParaRPr b="0" lang="fr-FR" sz="1300" spc="-1" strike="noStrike">
              <a:latin typeface="Arial"/>
            </a:endParaRPr>
          </a:p>
        </p:txBody>
      </p:sp>
      <p:graphicFrame>
        <p:nvGraphicFramePr>
          <p:cNvPr id="418" name="Table 32"/>
          <p:cNvGraphicFramePr/>
          <p:nvPr/>
        </p:nvGraphicFramePr>
        <p:xfrm>
          <a:off x="640080" y="2786040"/>
          <a:ext cx="10908360" cy="1389240"/>
        </p:xfrm>
        <a:graphic>
          <a:graphicData uri="http://schemas.openxmlformats.org/drawingml/2006/table">
            <a:tbl>
              <a:tblPr/>
              <a:tblGrid>
                <a:gridCol w="2926080"/>
                <a:gridCol w="1645920"/>
                <a:gridCol w="2011680"/>
                <a:gridCol w="4325040"/>
              </a:tblGrid>
              <a:tr h="347400">
                <a:tc>
                  <a:txBody>
                    <a:bodyPr lIns="73080" rIns="73080" anchor="ctr">
                      <a:noAutofit/>
                    </a:bodyPr>
                    <a:p>
                      <a:pPr>
                        <a:lnSpc>
                          <a:spcPct val="100000"/>
                        </a:lnSpc>
                        <a:buNone/>
                      </a:pPr>
                      <a:r>
                        <a:rPr b="1" lang="en-US" sz="1050" spc="46" strike="noStrike">
                          <a:solidFill>
                            <a:srgbClr val="f5a623"/>
                          </a:solidFill>
                          <a:latin typeface="Inter"/>
                        </a:rPr>
                        <a:t>Traitement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6" strike="noStrike">
                          <a:solidFill>
                            <a:srgbClr val="f5a623"/>
                          </a:solidFill>
                          <a:latin typeface="Inter"/>
                        </a:rPr>
                        <a:t>Table</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6" strike="noStrike">
                          <a:solidFill>
                            <a:srgbClr val="f5a623"/>
                          </a:solidFill>
                          <a:latin typeface="Inter"/>
                        </a:rPr>
                        <a:t>Lignes modifiées</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6" strike="noStrike">
                          <a:solidFill>
                            <a:srgbClr val="f5a623"/>
                          </a:solidFill>
                          <a:latin typeface="Inter"/>
                        </a:rPr>
                        <a:t>Garde-fou</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r>
              <a:tr h="347400">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47400">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47400">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bl>
          </a:graphicData>
        </a:graphic>
      </p:graphicFrame>
      <p:graphicFrame>
        <p:nvGraphicFramePr>
          <p:cNvPr id="419" name="Table 33"/>
          <p:cNvGraphicFramePr/>
          <p:nvPr/>
        </p:nvGraphicFramePr>
        <p:xfrm>
          <a:off x="640080" y="4313160"/>
          <a:ext cx="10908360" cy="1736640"/>
        </p:xfrm>
        <a:graphic>
          <a:graphicData uri="http://schemas.openxmlformats.org/drawingml/2006/table">
            <a:tbl>
              <a:tblPr/>
              <a:tblGrid>
                <a:gridCol w="2926080"/>
                <a:gridCol w="2011680"/>
                <a:gridCol w="2011680"/>
                <a:gridCol w="2011680"/>
                <a:gridCol w="1947600"/>
              </a:tblGrid>
              <a:tr h="347400">
                <a:tc>
                  <a:txBody>
                    <a:bodyPr lIns="73080" rIns="73080" anchor="ctr">
                      <a:noAutofit/>
                    </a:bodyPr>
                    <a:p>
                      <a:pPr>
                        <a:lnSpc>
                          <a:spcPct val="100000"/>
                        </a:lnSpc>
                        <a:buNone/>
                      </a:pPr>
                      <a:r>
                        <a:rPr b="1" lang="en-US" sz="1050" spc="46" strike="noStrike">
                          <a:solidFill>
                            <a:srgbClr val="f5a623"/>
                          </a:solidFill>
                          <a:latin typeface="Inter"/>
                        </a:rPr>
                        <a:t>Table</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6" strike="noStrike">
                          <a:solidFill>
                            <a:srgbClr val="f5a623"/>
                          </a:solidFill>
                          <a:latin typeface="Inter"/>
                        </a:rPr>
                        <a:t>Lignes bronze</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6" strike="noStrike">
                          <a:solidFill>
                            <a:srgbClr val="f5a623"/>
                          </a:solidFill>
                          <a:latin typeface="Inter"/>
                        </a:rPr>
                        <a:t>Lignes silver</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6" strike="noStrike">
                          <a:solidFill>
                            <a:srgbClr val="f5a623"/>
                          </a:solidFill>
                          <a:latin typeface="Inter"/>
                        </a:rPr>
                        <a:t>Lignes rejetées</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6" strike="noStrike">
                          <a:solidFill>
                            <a:srgbClr val="f5a623"/>
                          </a:solidFill>
                          <a:latin typeface="Inter"/>
                        </a:rPr>
                        <a:t>Écart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r>
              <a:tr h="347400">
                <a:tc>
                  <a:txBody>
                    <a:bodyPr lIns="73080" rIns="73080" anchor="ctr">
                      <a:noAutofit/>
                    </a:bodyPr>
                    <a:p>
                      <a:pPr>
                        <a:lnSpc>
                          <a:spcPct val="100000"/>
                        </a:lnSpc>
                        <a:buNone/>
                      </a:pPr>
                      <a:r>
                        <a:rPr b="1" lang="en-US" sz="1150" spc="-1" strike="noStrike">
                          <a:solidFill>
                            <a:srgbClr val="f7f6f2"/>
                          </a:solidFill>
                          <a:latin typeface="Inter"/>
                        </a:rPr>
                        <a:t>client (crm)</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47400">
                <a:tc>
                  <a:txBody>
                    <a:bodyPr lIns="73080" rIns="73080" anchor="ctr">
                      <a:noAutofit/>
                    </a:bodyPr>
                    <a:p>
                      <a:pPr>
                        <a:lnSpc>
                          <a:spcPct val="100000"/>
                        </a:lnSpc>
                        <a:buNone/>
                      </a:pPr>
                      <a:r>
                        <a:rPr b="1" lang="en-US" sz="1150" spc="-1" strike="noStrike">
                          <a:solidFill>
                            <a:srgbClr val="f7f6f2"/>
                          </a:solidFill>
                          <a:latin typeface="Inter"/>
                        </a:rPr>
                        <a:t>client (cif)</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47400">
                <a:tc>
                  <a:txBody>
                    <a:bodyPr lIns="73080" rIns="73080" anchor="ctr">
                      <a:noAutofit/>
                    </a:bodyPr>
                    <a:p>
                      <a:pPr>
                        <a:lnSpc>
                          <a:spcPct val="100000"/>
                        </a:lnSpc>
                        <a:buNone/>
                      </a:pPr>
                      <a:r>
                        <a:rPr b="1" lang="en-US" sz="1150" spc="-1" strike="noStrike">
                          <a:solidFill>
                            <a:srgbClr val="f7f6f2"/>
                          </a:solidFill>
                          <a:latin typeface="Inter"/>
                        </a:rPr>
                        <a:t>contrat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47400">
                <a:tc>
                  <a:txBody>
                    <a:bodyPr lIns="73080" rIns="73080" anchor="ctr">
                      <a:noAutofit/>
                    </a:bodyPr>
                    <a:p>
                      <a:pPr>
                        <a:lnSpc>
                          <a:spcPct val="100000"/>
                        </a:lnSpc>
                        <a:buNone/>
                      </a:pPr>
                      <a:r>
                        <a:rPr b="1" lang="en-US" sz="1150" spc="-1" strike="noStrike">
                          <a:solidFill>
                            <a:srgbClr val="f7f6f2"/>
                          </a:solidFill>
                          <a:latin typeface="Inter"/>
                        </a:rPr>
                        <a:t>sinistre</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bl>
          </a:graphicData>
        </a:graphic>
      </p:graphicFrame>
      <p:sp>
        <p:nvSpPr>
          <p:cNvPr id="420" name="TextBox 34"/>
          <p:cNvSpPr/>
          <p:nvPr/>
        </p:nvSpPr>
        <p:spPr>
          <a:xfrm>
            <a:off x="640080" y="6123600"/>
            <a:ext cx="10906920" cy="180360"/>
          </a:xfrm>
          <a:prstGeom prst="rect">
            <a:avLst/>
          </a:prstGeom>
          <a:noFill/>
          <a:ln w="0">
            <a:noFill/>
          </a:ln>
        </p:spPr>
        <p:style>
          <a:lnRef idx="0"/>
          <a:fillRef idx="0"/>
          <a:effectRef idx="0"/>
          <a:fontRef idx="minor"/>
        </p:style>
        <p:txBody>
          <a:bodyPr lIns="0" rIns="0" tIns="0" bIns="0" anchor="t">
            <a:spAutoFit/>
          </a:bodyPr>
          <a:p>
            <a:pPr>
              <a:lnSpc>
                <a:spcPct val="108000"/>
              </a:lnSpc>
              <a:spcAft>
                <a:spcPts val="400"/>
              </a:spcAft>
              <a:buNone/>
            </a:pPr>
            <a:r>
              <a:rPr b="0" i="1" lang="fr-FR" sz="1100" spc="-1" strike="noStrike">
                <a:solidFill>
                  <a:srgbClr val="8e99a4"/>
                </a:solidFill>
                <a:latin typeface="Inter"/>
                <a:ea typeface="DejaVu Sans"/>
              </a:rPr>
              <a:t>Preuve d'idempotence et chemins des scripts : à indiquer dans le dépôt.</a:t>
            </a:r>
            <a:endParaRPr b="0" lang="fr-FR" sz="1100" spc="-1" strike="noStrike">
              <a:latin typeface="Arial"/>
            </a:endParaRPr>
          </a:p>
        </p:txBody>
      </p:sp>
    </p:spTree>
  </p:cSld>
  <mc:AlternateContent>
    <mc:Choice Requires="p14">
      <p:transition spd="slow" p14:dur="2000"/>
    </mc:Choice>
    <mc:Fallback>
      <p:transition spd="slow"/>
    </mc:Fallback>
  </mc:AlternateContent>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21" name="PlaceHolder 1"/>
          <p:cNvSpPr>
            <a:spLocks noGrp="1"/>
          </p:cNvSpPr>
          <p:nvPr>
            <p:ph type="title"/>
          </p:nvPr>
        </p:nvSpPr>
        <p:spPr>
          <a:xfrm>
            <a:off x="640080" y="502920"/>
            <a:ext cx="10906920" cy="729720"/>
          </a:xfrm>
          <a:prstGeom prst="rect">
            <a:avLst/>
          </a:prstGeom>
          <a:noFill/>
          <a:ln w="0">
            <a:noFill/>
          </a:ln>
        </p:spPr>
        <p:txBody>
          <a:bodyPr lIns="0" rIns="0" tIns="0" bIns="0" anchor="t">
            <a:noAutofit/>
          </a:bodyPr>
          <a:p>
            <a:pPr>
              <a:lnSpc>
                <a:spcPct val="100000"/>
              </a:lnSpc>
              <a:buNone/>
              <a:tabLst>
                <a:tab algn="l" pos="0"/>
              </a:tabLst>
            </a:pPr>
            <a:r>
              <a:rPr b="0" lang="en-US" sz="2800" spc="-1" strike="noStrike">
                <a:solidFill>
                  <a:srgbClr val="f7f6f2"/>
                </a:solidFill>
                <a:latin typeface="Fraunces SemiBold"/>
                <a:ea typeface="Fraunces SemiBold"/>
              </a:rPr>
              <a:t>Rejets par règle et porte S : bronze contre silver</a:t>
            </a:r>
            <a:endParaRPr b="0" lang="fr-FR" sz="2800" spc="-1" strike="noStrike">
              <a:latin typeface="Arial"/>
            </a:endParaRPr>
          </a:p>
        </p:txBody>
      </p:sp>
      <p:sp>
        <p:nvSpPr>
          <p:cNvPr id="422" name="PlaceHolder 2"/>
          <p:cNvSpPr>
            <a:spLocks noGrp="1"/>
          </p:cNvSpPr>
          <p:nvPr>
            <p:ph type="sldNum" idx="30"/>
          </p:nvPr>
        </p:nvSpPr>
        <p:spPr>
          <a:xfrm>
            <a:off x="10820160" y="6309360"/>
            <a:ext cx="729720" cy="29088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E4432BAF-F177-4358-8514-50A6CA44FDBA}"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423" name="TextBox 25"/>
          <p:cNvSpPr/>
          <p:nvPr/>
        </p:nvSpPr>
        <p:spPr>
          <a:xfrm>
            <a:off x="640080" y="283680"/>
            <a:ext cx="8044920" cy="18000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88" strike="noStrike">
                <a:solidFill>
                  <a:srgbClr val="f5a623"/>
                </a:solidFill>
                <a:latin typeface="Inter"/>
                <a:ea typeface="DejaVu Sans"/>
              </a:rPr>
              <a:t>S4 · US-22, 23</a:t>
            </a:r>
            <a:endParaRPr b="0" lang="fr-FR" sz="1100" spc="-1" strike="noStrike">
              <a:latin typeface="Arial"/>
            </a:endParaRPr>
          </a:p>
        </p:txBody>
      </p:sp>
      <p:sp>
        <p:nvSpPr>
          <p:cNvPr id="424" name="TextBox 26"/>
          <p:cNvSpPr/>
          <p:nvPr/>
        </p:nvSpPr>
        <p:spPr>
          <a:xfrm>
            <a:off x="6976800" y="291960"/>
            <a:ext cx="4570200" cy="163440"/>
          </a:xfrm>
          <a:prstGeom prst="rect">
            <a:avLst/>
          </a:prstGeom>
          <a:noFill/>
          <a:ln w="0">
            <a:noFill/>
          </a:ln>
        </p:spPr>
        <p:style>
          <a:lnRef idx="0"/>
          <a:fillRef idx="0"/>
          <a:effectRef idx="0"/>
          <a:fontRef idx="minor"/>
        </p:style>
        <p:txBody>
          <a:bodyPr lIns="0" rIns="0" tIns="0" bIns="0" anchor="ctr">
            <a:spAutoFit/>
          </a:bodyPr>
          <a:p>
            <a:pPr algn="r">
              <a:lnSpc>
                <a:spcPct val="108000"/>
              </a:lnSpc>
              <a:spcAft>
                <a:spcPts val="400"/>
              </a:spcAft>
              <a:buNone/>
            </a:pPr>
            <a:r>
              <a:rPr b="1" lang="fr-FR" sz="1000" spc="106" strike="noStrike">
                <a:solidFill>
                  <a:srgbClr val="0f9b8e"/>
                </a:solidFill>
                <a:latin typeface="Inter"/>
                <a:ea typeface="DejaVu Sans"/>
              </a:rPr>
              <a:t>CRITÈRE : SILVER, GOLD ET TRAÇABILITÉ · 25 %</a:t>
            </a:r>
            <a:endParaRPr b="0" lang="fr-FR" sz="1000" spc="-1" strike="noStrike">
              <a:latin typeface="Arial"/>
            </a:endParaRPr>
          </a:p>
        </p:txBody>
      </p:sp>
      <p:sp>
        <p:nvSpPr>
          <p:cNvPr id="425" name="Attendu"/>
          <p:cNvSpPr/>
          <p:nvPr/>
        </p:nvSpPr>
        <p:spPr>
          <a:xfrm>
            <a:off x="640080" y="1325880"/>
            <a:ext cx="10906920" cy="132120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426" name="Attendu barre"/>
          <p:cNvSpPr/>
          <p:nvPr/>
        </p:nvSpPr>
        <p:spPr>
          <a:xfrm>
            <a:off x="640080" y="1325880"/>
            <a:ext cx="80640" cy="132120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427" name="Icône target" descr="Icône target"/>
          <p:cNvPicPr/>
          <p:nvPr/>
        </p:nvPicPr>
        <p:blipFill>
          <a:blip r:embed="rId1"/>
          <a:stretch/>
        </p:blipFill>
        <p:spPr>
          <a:xfrm>
            <a:off x="896040" y="1435680"/>
            <a:ext cx="272520" cy="272520"/>
          </a:xfrm>
          <a:prstGeom prst="rect">
            <a:avLst/>
          </a:prstGeom>
          <a:ln w="0">
            <a:noFill/>
          </a:ln>
        </p:spPr>
      </p:pic>
      <p:sp>
        <p:nvSpPr>
          <p:cNvPr id="428" name="TextBox 30"/>
          <p:cNvSpPr/>
          <p:nvPr/>
        </p:nvSpPr>
        <p:spPr>
          <a:xfrm>
            <a:off x="1261800" y="1473480"/>
            <a:ext cx="7313400" cy="19620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200" spc="126" strike="noStrike">
                <a:solidFill>
                  <a:srgbClr val="f5a623"/>
                </a:solidFill>
                <a:latin typeface="Inter"/>
                <a:ea typeface="DejaVu Sans"/>
              </a:rPr>
              <a:t>ATTENDU SUR CETTE PAGE</a:t>
            </a:r>
            <a:endParaRPr b="0" lang="fr-FR" sz="1200" spc="-1" strike="noStrike">
              <a:latin typeface="Arial"/>
            </a:endParaRPr>
          </a:p>
        </p:txBody>
      </p:sp>
      <p:sp>
        <p:nvSpPr>
          <p:cNvPr id="429" name="TextBox 31"/>
          <p:cNvSpPr/>
          <p:nvPr/>
        </p:nvSpPr>
        <p:spPr>
          <a:xfrm>
            <a:off x="914400" y="1783080"/>
            <a:ext cx="10358280" cy="717480"/>
          </a:xfrm>
          <a:prstGeom prst="rect">
            <a:avLst/>
          </a:prstGeom>
          <a:noFill/>
          <a:ln w="0">
            <a:noFill/>
          </a:ln>
        </p:spPr>
        <p:style>
          <a:lnRef idx="0"/>
          <a:fillRef idx="0"/>
          <a:effectRef idx="0"/>
          <a:fontRef idx="minor"/>
        </p:style>
        <p:txBody>
          <a:bodyPr lIns="0" rIns="0" tIns="0" bIns="0" anchor="t">
            <a:spAutoFit/>
          </a:bodyPr>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Les </a:t>
            </a:r>
            <a:r>
              <a:rPr b="1" lang="fr-FR" sz="1300" spc="-1" strike="noStrike">
                <a:solidFill>
                  <a:srgbClr val="f5a623"/>
                </a:solidFill>
                <a:latin typeface="Inter"/>
                <a:ea typeface="DejaVu Sans"/>
              </a:rPr>
              <a:t>rejets par règle</a:t>
            </a:r>
            <a:r>
              <a:rPr b="0" lang="fr-FR" sz="1300" spc="-1" strike="noStrike">
                <a:solidFill>
                  <a:srgbClr val="f7f6f2"/>
                </a:solidFill>
                <a:latin typeface="Inter"/>
                <a:ea typeface="DejaVu Sans"/>
              </a:rPr>
              <a:t> (dq.rejets) avec la raison métier.</a:t>
            </a:r>
            <a:endParaRPr b="0" lang="fr-FR" sz="1300" spc="-1" strike="noStrike">
              <a:latin typeface="Arial"/>
            </a:endParaRPr>
          </a:p>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Pour chaque règle : taux </a:t>
            </a:r>
            <a:r>
              <a:rPr b="1" lang="fr-FR" sz="1300" spc="-1" strike="noStrike">
                <a:solidFill>
                  <a:srgbClr val="f5a623"/>
                </a:solidFill>
                <a:latin typeface="Inter"/>
                <a:ea typeface="DejaVu Sans"/>
              </a:rPr>
              <a:t>bronze</a:t>
            </a:r>
            <a:r>
              <a:rPr b="0" lang="fr-FR" sz="1300" spc="-1" strike="noStrike">
                <a:solidFill>
                  <a:srgbClr val="f7f6f2"/>
                </a:solidFill>
                <a:latin typeface="Inter"/>
                <a:ea typeface="DejaVu Sans"/>
              </a:rPr>
              <a:t>, taux </a:t>
            </a:r>
            <a:r>
              <a:rPr b="1" lang="fr-FR" sz="1300" spc="-1" strike="noStrike">
                <a:solidFill>
                  <a:srgbClr val="f5a623"/>
                </a:solidFill>
                <a:latin typeface="Inter"/>
                <a:ea typeface="DejaVu Sans"/>
              </a:rPr>
              <a:t>silver</a:t>
            </a:r>
            <a:r>
              <a:rPr b="0" lang="fr-FR" sz="1300" spc="-1" strike="noStrike">
                <a:solidFill>
                  <a:srgbClr val="f7f6f2"/>
                </a:solidFill>
                <a:latin typeface="Inter"/>
                <a:ea typeface="DejaVu Sans"/>
              </a:rPr>
              <a:t>, écart, et l'</a:t>
            </a:r>
            <a:r>
              <a:rPr b="1" lang="fr-FR" sz="1300" spc="-1" strike="noStrike">
                <a:solidFill>
                  <a:srgbClr val="f5a623"/>
                </a:solidFill>
                <a:latin typeface="Inter"/>
                <a:ea typeface="DejaVu Sans"/>
              </a:rPr>
              <a:t>explication</a:t>
            </a:r>
            <a:r>
              <a:rPr b="0" lang="fr-FR" sz="1300" spc="-1" strike="noStrike">
                <a:solidFill>
                  <a:srgbClr val="f7f6f2"/>
                </a:solidFill>
                <a:latin typeface="Inter"/>
                <a:ea typeface="DejaVu Sans"/>
              </a:rPr>
              <a:t> de toute baisse.</a:t>
            </a:r>
            <a:endParaRPr b="0" lang="fr-FR" sz="1300" spc="-1" strike="noStrike">
              <a:latin typeface="Arial"/>
            </a:endParaRPr>
          </a:p>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Les règles </a:t>
            </a:r>
            <a:r>
              <a:rPr b="1" lang="fr-FR" sz="1300" spc="-1" strike="noStrike">
                <a:solidFill>
                  <a:srgbClr val="f5a623"/>
                </a:solidFill>
                <a:latin typeface="Inter"/>
                <a:ea typeface="DejaVu Sans"/>
              </a:rPr>
              <a:t>bloquantes</a:t>
            </a:r>
            <a:r>
              <a:rPr b="0" lang="fr-FR" sz="1300" spc="-1" strike="noStrike">
                <a:solidFill>
                  <a:srgbClr val="f7f6f2"/>
                </a:solidFill>
                <a:latin typeface="Inter"/>
                <a:ea typeface="DejaVu Sans"/>
              </a:rPr>
              <a:t> de la porte S : conformes sur silver, ou </a:t>
            </a:r>
            <a:r>
              <a:rPr b="1" lang="fr-FR" sz="1300" spc="-1" strike="noStrike">
                <a:solidFill>
                  <a:srgbClr val="f5a623"/>
                </a:solidFill>
                <a:latin typeface="Inter"/>
                <a:ea typeface="DejaVu Sans"/>
              </a:rPr>
              <a:t>pourquoi pas</a:t>
            </a:r>
            <a:r>
              <a:rPr b="0" lang="fr-FR" sz="1300" spc="-1" strike="noStrike">
                <a:solidFill>
                  <a:srgbClr val="f7f6f2"/>
                </a:solidFill>
                <a:latin typeface="Inter"/>
                <a:ea typeface="DejaVu Sans"/>
              </a:rPr>
              <a:t>.</a:t>
            </a:r>
            <a:endParaRPr b="0" lang="fr-FR" sz="1300" spc="-1" strike="noStrike">
              <a:latin typeface="Arial"/>
            </a:endParaRPr>
          </a:p>
        </p:txBody>
      </p:sp>
      <p:graphicFrame>
        <p:nvGraphicFramePr>
          <p:cNvPr id="430" name="Table 32"/>
          <p:cNvGraphicFramePr/>
          <p:nvPr/>
        </p:nvGraphicFramePr>
        <p:xfrm>
          <a:off x="640080" y="2786040"/>
          <a:ext cx="10908360" cy="986760"/>
        </p:xfrm>
        <a:graphic>
          <a:graphicData uri="http://schemas.openxmlformats.org/drawingml/2006/table">
            <a:tbl>
              <a:tblPr/>
              <a:tblGrid>
                <a:gridCol w="1188720"/>
                <a:gridCol w="2011680"/>
                <a:gridCol w="1828800"/>
                <a:gridCol w="5879520"/>
              </a:tblGrid>
              <a:tr h="329040">
                <a:tc>
                  <a:txBody>
                    <a:bodyPr lIns="73080" rIns="73080" anchor="ctr">
                      <a:noAutofit/>
                    </a:bodyPr>
                    <a:p>
                      <a:pPr>
                        <a:lnSpc>
                          <a:spcPct val="100000"/>
                        </a:lnSpc>
                        <a:buNone/>
                      </a:pPr>
                      <a:r>
                        <a:rPr b="1" lang="en-US" sz="1050" spc="46" strike="noStrike">
                          <a:solidFill>
                            <a:srgbClr val="f5a623"/>
                          </a:solidFill>
                          <a:latin typeface="Inter"/>
                        </a:rPr>
                        <a:t>Règle</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6" strike="noStrike">
                          <a:solidFill>
                            <a:srgbClr val="f5a623"/>
                          </a:solidFill>
                          <a:latin typeface="Inter"/>
                        </a:rPr>
                        <a:t>Table</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6" strike="noStrike">
                          <a:solidFill>
                            <a:srgbClr val="f5a623"/>
                          </a:solidFill>
                          <a:latin typeface="Inter"/>
                        </a:rPr>
                        <a:t>Lignes rejetées</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6" strike="noStrike">
                          <a:solidFill>
                            <a:srgbClr val="f5a623"/>
                          </a:solidFill>
                          <a:latin typeface="Inter"/>
                        </a:rPr>
                        <a:t>Raison métier</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r>
              <a:tr h="329040">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29040">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bl>
          </a:graphicData>
        </a:graphic>
      </p:graphicFrame>
      <p:graphicFrame>
        <p:nvGraphicFramePr>
          <p:cNvPr id="431" name="Table 33"/>
          <p:cNvGraphicFramePr/>
          <p:nvPr/>
        </p:nvGraphicFramePr>
        <p:xfrm>
          <a:off x="640080" y="3911040"/>
          <a:ext cx="10908360" cy="1974240"/>
        </p:xfrm>
        <a:graphic>
          <a:graphicData uri="http://schemas.openxmlformats.org/drawingml/2006/table">
            <a:tbl>
              <a:tblPr/>
              <a:tblGrid>
                <a:gridCol w="1097280"/>
                <a:gridCol w="1371600"/>
                <a:gridCol w="1463040"/>
                <a:gridCol w="1463040"/>
                <a:gridCol w="1188720"/>
                <a:gridCol w="4325040"/>
              </a:tblGrid>
              <a:tr h="329040">
                <a:tc>
                  <a:txBody>
                    <a:bodyPr lIns="73080" rIns="73080" anchor="ctr">
                      <a:noAutofit/>
                    </a:bodyPr>
                    <a:p>
                      <a:pPr>
                        <a:lnSpc>
                          <a:spcPct val="100000"/>
                        </a:lnSpc>
                        <a:buNone/>
                      </a:pPr>
                      <a:r>
                        <a:rPr b="1" lang="en-US" sz="1050" spc="46" strike="noStrike">
                          <a:solidFill>
                            <a:srgbClr val="f5a623"/>
                          </a:solidFill>
                          <a:latin typeface="Inter"/>
                        </a:rPr>
                        <a:t>Règle</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6" strike="noStrike">
                          <a:solidFill>
                            <a:srgbClr val="f5a623"/>
                          </a:solidFill>
                          <a:latin typeface="Inter"/>
                        </a:rPr>
                        <a:t>Sévérité</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6" strike="noStrike">
                          <a:solidFill>
                            <a:srgbClr val="f5a623"/>
                          </a:solidFill>
                          <a:latin typeface="Inter"/>
                        </a:rPr>
                        <a:t>Taux bronze</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6" strike="noStrike">
                          <a:solidFill>
                            <a:srgbClr val="f5a623"/>
                          </a:solidFill>
                          <a:latin typeface="Inter"/>
                        </a:rPr>
                        <a:t>Taux silver</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6" strike="noStrike">
                          <a:solidFill>
                            <a:srgbClr val="f5a623"/>
                          </a:solidFill>
                          <a:latin typeface="Inter"/>
                        </a:rPr>
                        <a:t>Écart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6" strike="noStrike">
                          <a:solidFill>
                            <a:srgbClr val="f5a623"/>
                          </a:solidFill>
                          <a:latin typeface="Inter"/>
                        </a:rPr>
                        <a:t>Explication de l'écart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r>
              <a:tr h="329040">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29040">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29040">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29040">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29400">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bl>
          </a:graphicData>
        </a:graphic>
      </p:graphicFrame>
    </p:spTree>
  </p:cSld>
  <mc:AlternateContent>
    <mc:Choice Requires="p14">
      <p:transition spd="slow" p14:dur="2000"/>
    </mc:Choice>
    <mc:Fallback>
      <p:transition spd="slow"/>
    </mc:Fallback>
  </mc:AlternateContent>
</p:sld>
</file>

<file path=ppt/slides/slide2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32" name="PlaceHolder 1"/>
          <p:cNvSpPr>
            <a:spLocks noGrp="1"/>
          </p:cNvSpPr>
          <p:nvPr>
            <p:ph type="title"/>
          </p:nvPr>
        </p:nvSpPr>
        <p:spPr>
          <a:xfrm>
            <a:off x="640080" y="502920"/>
            <a:ext cx="10906920" cy="729720"/>
          </a:xfrm>
          <a:prstGeom prst="rect">
            <a:avLst/>
          </a:prstGeom>
          <a:noFill/>
          <a:ln w="0">
            <a:noFill/>
          </a:ln>
        </p:spPr>
        <p:txBody>
          <a:bodyPr lIns="0" rIns="0" tIns="0" bIns="0" anchor="t">
            <a:noAutofit/>
          </a:bodyPr>
          <a:p>
            <a:pPr>
              <a:lnSpc>
                <a:spcPct val="100000"/>
              </a:lnSpc>
              <a:buNone/>
              <a:tabLst>
                <a:tab algn="l" pos="0"/>
              </a:tabLst>
            </a:pPr>
            <a:r>
              <a:rPr b="0" lang="en-US" sz="2800" spc="-1" strike="noStrike">
                <a:solidFill>
                  <a:srgbClr val="f7f6f2"/>
                </a:solidFill>
                <a:latin typeface="Fraunces SemiBold"/>
                <a:ea typeface="Fraunces SemiBold"/>
              </a:rPr>
              <a:t>Dédoublonnage : paramètres et mesures</a:t>
            </a:r>
            <a:endParaRPr b="0" lang="fr-FR" sz="2800" spc="-1" strike="noStrike">
              <a:latin typeface="Arial"/>
            </a:endParaRPr>
          </a:p>
        </p:txBody>
      </p:sp>
      <p:sp>
        <p:nvSpPr>
          <p:cNvPr id="433" name="PlaceHolder 2"/>
          <p:cNvSpPr>
            <a:spLocks noGrp="1"/>
          </p:cNvSpPr>
          <p:nvPr>
            <p:ph type="sldNum" idx="31"/>
          </p:nvPr>
        </p:nvSpPr>
        <p:spPr>
          <a:xfrm>
            <a:off x="10820160" y="6309360"/>
            <a:ext cx="729720" cy="29088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4E17810A-8D5F-42D0-9D3E-3AA2B02D272D}"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434" name="TextBox 25"/>
          <p:cNvSpPr/>
          <p:nvPr/>
        </p:nvSpPr>
        <p:spPr>
          <a:xfrm>
            <a:off x="640080" y="283680"/>
            <a:ext cx="8044920" cy="18000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88" strike="noStrike">
                <a:solidFill>
                  <a:srgbClr val="f5a623"/>
                </a:solidFill>
                <a:latin typeface="Inter"/>
                <a:ea typeface="DejaVu Sans"/>
              </a:rPr>
              <a:t>S4 · US-24</a:t>
            </a:r>
            <a:endParaRPr b="0" lang="fr-FR" sz="1100" spc="-1" strike="noStrike">
              <a:latin typeface="Arial"/>
            </a:endParaRPr>
          </a:p>
        </p:txBody>
      </p:sp>
      <p:sp>
        <p:nvSpPr>
          <p:cNvPr id="435" name="TextBox 26"/>
          <p:cNvSpPr/>
          <p:nvPr/>
        </p:nvSpPr>
        <p:spPr>
          <a:xfrm>
            <a:off x="6976800" y="291960"/>
            <a:ext cx="4570200" cy="163440"/>
          </a:xfrm>
          <a:prstGeom prst="rect">
            <a:avLst/>
          </a:prstGeom>
          <a:noFill/>
          <a:ln w="0">
            <a:noFill/>
          </a:ln>
        </p:spPr>
        <p:style>
          <a:lnRef idx="0"/>
          <a:fillRef idx="0"/>
          <a:effectRef idx="0"/>
          <a:fontRef idx="minor"/>
        </p:style>
        <p:txBody>
          <a:bodyPr lIns="0" rIns="0" tIns="0" bIns="0" anchor="ctr">
            <a:spAutoFit/>
          </a:bodyPr>
          <a:p>
            <a:pPr algn="r">
              <a:lnSpc>
                <a:spcPct val="108000"/>
              </a:lnSpc>
              <a:spcAft>
                <a:spcPts val="400"/>
              </a:spcAft>
              <a:buNone/>
            </a:pPr>
            <a:r>
              <a:rPr b="1" lang="fr-FR" sz="1000" spc="106" strike="noStrike">
                <a:solidFill>
                  <a:srgbClr val="0f9b8e"/>
                </a:solidFill>
                <a:latin typeface="Inter"/>
                <a:ea typeface="DejaVu Sans"/>
              </a:rPr>
              <a:t>CRITÈRE : SILVER, GOLD ET TRAÇABILITÉ · 25 %</a:t>
            </a:r>
            <a:endParaRPr b="0" lang="fr-FR" sz="1000" spc="-1" strike="noStrike">
              <a:latin typeface="Arial"/>
            </a:endParaRPr>
          </a:p>
        </p:txBody>
      </p:sp>
      <p:sp>
        <p:nvSpPr>
          <p:cNvPr id="436" name="Attendu"/>
          <p:cNvSpPr/>
          <p:nvPr/>
        </p:nvSpPr>
        <p:spPr>
          <a:xfrm>
            <a:off x="640080" y="1325880"/>
            <a:ext cx="10906920" cy="106920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437" name="Attendu barre"/>
          <p:cNvSpPr/>
          <p:nvPr/>
        </p:nvSpPr>
        <p:spPr>
          <a:xfrm>
            <a:off x="640080" y="1325880"/>
            <a:ext cx="80640" cy="106920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438" name="Icône target" descr="Icône target"/>
          <p:cNvPicPr/>
          <p:nvPr/>
        </p:nvPicPr>
        <p:blipFill>
          <a:blip r:embed="rId1"/>
          <a:stretch/>
        </p:blipFill>
        <p:spPr>
          <a:xfrm>
            <a:off x="896040" y="1435680"/>
            <a:ext cx="272520" cy="272520"/>
          </a:xfrm>
          <a:prstGeom prst="rect">
            <a:avLst/>
          </a:prstGeom>
          <a:ln w="0">
            <a:noFill/>
          </a:ln>
        </p:spPr>
      </p:pic>
      <p:sp>
        <p:nvSpPr>
          <p:cNvPr id="439" name="TextBox 30"/>
          <p:cNvSpPr/>
          <p:nvPr/>
        </p:nvSpPr>
        <p:spPr>
          <a:xfrm>
            <a:off x="1261800" y="1473480"/>
            <a:ext cx="7313400" cy="19620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200" spc="126" strike="noStrike">
                <a:solidFill>
                  <a:srgbClr val="f5a623"/>
                </a:solidFill>
                <a:latin typeface="Inter"/>
                <a:ea typeface="DejaVu Sans"/>
              </a:rPr>
              <a:t>ATTENDU SUR CETTE PAGE</a:t>
            </a:r>
            <a:endParaRPr b="0" lang="fr-FR" sz="1200" spc="-1" strike="noStrike">
              <a:latin typeface="Arial"/>
            </a:endParaRPr>
          </a:p>
        </p:txBody>
      </p:sp>
      <p:sp>
        <p:nvSpPr>
          <p:cNvPr id="440" name="TextBox 31"/>
          <p:cNvSpPr/>
          <p:nvPr/>
        </p:nvSpPr>
        <p:spPr>
          <a:xfrm>
            <a:off x="914400" y="1783080"/>
            <a:ext cx="10358280" cy="465480"/>
          </a:xfrm>
          <a:prstGeom prst="rect">
            <a:avLst/>
          </a:prstGeom>
          <a:noFill/>
          <a:ln w="0">
            <a:noFill/>
          </a:ln>
        </p:spPr>
        <p:style>
          <a:lnRef idx="0"/>
          <a:fillRef idx="0"/>
          <a:effectRef idx="0"/>
          <a:fontRef idx="minor"/>
        </p:style>
        <p:txBody>
          <a:bodyPr lIns="0" rIns="0" tIns="0" bIns="0" anchor="t">
            <a:spAutoFit/>
          </a:bodyPr>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Les </a:t>
            </a:r>
            <a:r>
              <a:rPr b="1" lang="fr-FR" sz="1300" spc="-1" strike="noStrike">
                <a:solidFill>
                  <a:srgbClr val="f5a623"/>
                </a:solidFill>
                <a:latin typeface="Inter"/>
                <a:ea typeface="DejaVu Sans"/>
              </a:rPr>
              <a:t>paramètres</a:t>
            </a:r>
            <a:r>
              <a:rPr b="0" lang="fr-FR" sz="1300" spc="-1" strike="noStrike">
                <a:solidFill>
                  <a:srgbClr val="f7f6f2"/>
                </a:solidFill>
                <a:latin typeface="Inter"/>
                <a:ea typeface="DejaVu Sans"/>
              </a:rPr>
              <a:t> retenus (normalisation, clés de blocage, similarité, seuils) avec leur </a:t>
            </a:r>
            <a:r>
              <a:rPr b="1" lang="fr-FR" sz="1300" spc="-1" strike="noStrike">
                <a:solidFill>
                  <a:srgbClr val="f5a623"/>
                </a:solidFill>
                <a:latin typeface="Inter"/>
                <a:ea typeface="DejaVu Sans"/>
              </a:rPr>
              <a:t>justification</a:t>
            </a:r>
            <a:r>
              <a:rPr b="0" lang="fr-FR" sz="1300" spc="-1" strike="noStrike">
                <a:solidFill>
                  <a:srgbClr val="f7f6f2"/>
                </a:solidFill>
                <a:latin typeface="Inter"/>
                <a:ea typeface="DejaVu Sans"/>
              </a:rPr>
              <a:t>.</a:t>
            </a:r>
            <a:endParaRPr b="0" lang="fr-FR" sz="1300" spc="-1" strike="noStrike">
              <a:latin typeface="Arial"/>
            </a:endParaRPr>
          </a:p>
          <a:p>
            <a:pPr marL="182880" indent="-182880">
              <a:lnSpc>
                <a:spcPct val="108000"/>
              </a:lnSpc>
              <a:spcAft>
                <a:spcPts val="300"/>
              </a:spcAft>
              <a:buClr>
                <a:srgbClr val="f5a623"/>
              </a:buClr>
              <a:buFont typeface="Symbol"/>
              <a:buChar char=""/>
            </a:pPr>
            <a:r>
              <a:rPr b="1" lang="fr-FR" sz="1300" spc="-1" strike="noStrike">
                <a:solidFill>
                  <a:srgbClr val="f5a623"/>
                </a:solidFill>
                <a:latin typeface="Inter"/>
                <a:ea typeface="DejaVu Sans"/>
              </a:rPr>
              <a:t>Précision</a:t>
            </a:r>
            <a:r>
              <a:rPr b="0" lang="fr-FR" sz="1300" spc="-1" strike="noStrike">
                <a:solidFill>
                  <a:srgbClr val="f7f6f2"/>
                </a:solidFill>
                <a:latin typeface="Inter"/>
                <a:ea typeface="DejaVu Sans"/>
              </a:rPr>
              <a:t> et </a:t>
            </a:r>
            <a:r>
              <a:rPr b="1" lang="fr-FR" sz="1300" spc="-1" strike="noStrike">
                <a:solidFill>
                  <a:srgbClr val="f5a623"/>
                </a:solidFill>
                <a:latin typeface="Inter"/>
                <a:ea typeface="DejaVu Sans"/>
              </a:rPr>
              <a:t>rappel</a:t>
            </a:r>
            <a:r>
              <a:rPr b="0" lang="fr-FR" sz="1300" spc="-1" strike="noStrike">
                <a:solidFill>
                  <a:srgbClr val="f7f6f2"/>
                </a:solidFill>
                <a:latin typeface="Inter"/>
                <a:ea typeface="DejaVu Sans"/>
              </a:rPr>
              <a:t> mesurés sur les 200 paires étiquetées ; nombre d'</a:t>
            </a:r>
            <a:r>
              <a:rPr b="1" lang="fr-FR" sz="1300" spc="-1" strike="noStrike">
                <a:solidFill>
                  <a:srgbClr val="f5a623"/>
                </a:solidFill>
                <a:latin typeface="Inter"/>
                <a:ea typeface="DejaVu Sans"/>
              </a:rPr>
              <a:t>identités distinctes</a:t>
            </a:r>
            <a:r>
              <a:rPr b="0" lang="fr-FR" sz="1300" spc="-1" strike="noStrike">
                <a:solidFill>
                  <a:srgbClr val="f7f6f2"/>
                </a:solidFill>
                <a:latin typeface="Inter"/>
                <a:ea typeface="DejaVu Sans"/>
              </a:rPr>
              <a:t> obtenu.</a:t>
            </a:r>
            <a:endParaRPr b="0" lang="fr-FR" sz="1300" spc="-1" strike="noStrike">
              <a:latin typeface="Arial"/>
            </a:endParaRPr>
          </a:p>
        </p:txBody>
      </p:sp>
      <p:graphicFrame>
        <p:nvGraphicFramePr>
          <p:cNvPr id="441" name="Table 32"/>
          <p:cNvGraphicFramePr/>
          <p:nvPr/>
        </p:nvGraphicFramePr>
        <p:xfrm>
          <a:off x="640080" y="2534040"/>
          <a:ext cx="10908360" cy="1755000"/>
        </p:xfrm>
        <a:graphic>
          <a:graphicData uri="http://schemas.openxmlformats.org/drawingml/2006/table">
            <a:tbl>
              <a:tblPr/>
              <a:tblGrid>
                <a:gridCol w="3291840"/>
                <a:gridCol w="2926080"/>
                <a:gridCol w="4690800"/>
              </a:tblGrid>
              <a:tr h="292320">
                <a:tc>
                  <a:txBody>
                    <a:bodyPr lIns="73080" rIns="73080" anchor="ctr">
                      <a:noAutofit/>
                    </a:bodyPr>
                    <a:p>
                      <a:pPr>
                        <a:lnSpc>
                          <a:spcPct val="100000"/>
                        </a:lnSpc>
                        <a:buNone/>
                      </a:pPr>
                      <a:r>
                        <a:rPr b="1" lang="en-US" sz="1000" spc="46" strike="noStrike">
                          <a:solidFill>
                            <a:srgbClr val="f5a623"/>
                          </a:solidFill>
                          <a:latin typeface="Inter"/>
                        </a:rPr>
                        <a:t>Paramètre</a:t>
                      </a:r>
                      <a:endParaRPr b="0" lang="fr-FR" sz="10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00" spc="46" strike="noStrike">
                          <a:solidFill>
                            <a:srgbClr val="f5a623"/>
                          </a:solidFill>
                          <a:latin typeface="Inter"/>
                        </a:rPr>
                        <a:t>Valeur retenue</a:t>
                      </a:r>
                      <a:endParaRPr b="0" lang="fr-FR" sz="10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00" spc="46" strike="noStrike">
                          <a:solidFill>
                            <a:srgbClr val="f5a623"/>
                          </a:solidFill>
                          <a:latin typeface="Inter"/>
                        </a:rPr>
                        <a:t>Justification</a:t>
                      </a:r>
                      <a:endParaRPr b="0" lang="fr-FR" sz="10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r>
              <a:tr h="292320">
                <a:tc>
                  <a:txBody>
                    <a:bodyPr lIns="73080" rIns="73080" anchor="ctr">
                      <a:noAutofit/>
                    </a:bodyPr>
                    <a:p>
                      <a:pPr>
                        <a:lnSpc>
                          <a:spcPct val="100000"/>
                        </a:lnSpc>
                        <a:buNone/>
                      </a:pPr>
                      <a:r>
                        <a:rPr b="1" lang="en-US" sz="1100" spc="-1" strike="noStrike">
                          <a:solidFill>
                            <a:srgbClr val="f7f6f2"/>
                          </a:solidFill>
                          <a:latin typeface="Inter"/>
                        </a:rPr>
                        <a:t>Normalisation avant comparaison</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292320">
                <a:tc>
                  <a:txBody>
                    <a:bodyPr lIns="73080" rIns="73080" anchor="ctr">
                      <a:noAutofit/>
                    </a:bodyPr>
                    <a:p>
                      <a:pPr>
                        <a:lnSpc>
                          <a:spcPct val="100000"/>
                        </a:lnSpc>
                        <a:buNone/>
                      </a:pPr>
                      <a:r>
                        <a:rPr b="1" lang="en-US" sz="1100" spc="-1" strike="noStrike">
                          <a:solidFill>
                            <a:srgbClr val="f7f6f2"/>
                          </a:solidFill>
                          <a:latin typeface="Inter"/>
                        </a:rPr>
                        <a:t>Clé(s) de blocage</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292320">
                <a:tc>
                  <a:txBody>
                    <a:bodyPr lIns="73080" rIns="73080" anchor="ctr">
                      <a:noAutofit/>
                    </a:bodyPr>
                    <a:p>
                      <a:pPr>
                        <a:lnSpc>
                          <a:spcPct val="100000"/>
                        </a:lnSpc>
                        <a:buNone/>
                      </a:pPr>
                      <a:r>
                        <a:rPr b="1" lang="en-US" sz="1100" spc="-1" strike="noStrike">
                          <a:solidFill>
                            <a:srgbClr val="f7f6f2"/>
                          </a:solidFill>
                          <a:latin typeface="Inter"/>
                        </a:rPr>
                        <a:t>Mesure de similarité</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292320">
                <a:tc>
                  <a:txBody>
                    <a:bodyPr lIns="73080" rIns="73080" anchor="ctr">
                      <a:noAutofit/>
                    </a:bodyPr>
                    <a:p>
                      <a:pPr>
                        <a:lnSpc>
                          <a:spcPct val="100000"/>
                        </a:lnSpc>
                        <a:buNone/>
                      </a:pPr>
                      <a:r>
                        <a:rPr b="1" lang="en-US" sz="1100" spc="-1" strike="noStrike">
                          <a:solidFill>
                            <a:srgbClr val="f7f6f2"/>
                          </a:solidFill>
                          <a:latin typeface="Inter"/>
                        </a:rPr>
                        <a:t>Seuil de fusion automatique</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293760">
                <a:tc>
                  <a:txBody>
                    <a:bodyPr lIns="73080" rIns="73080" anchor="ctr">
                      <a:noAutofit/>
                    </a:bodyPr>
                    <a:p>
                      <a:pPr>
                        <a:lnSpc>
                          <a:spcPct val="100000"/>
                        </a:lnSpc>
                        <a:buNone/>
                      </a:pPr>
                      <a:r>
                        <a:rPr b="1" lang="en-US" sz="1100" spc="-1" strike="noStrike">
                          <a:solidFill>
                            <a:srgbClr val="f7f6f2"/>
                          </a:solidFill>
                          <a:latin typeface="Inter"/>
                        </a:rPr>
                        <a:t>Seuil de la zone de revue</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bl>
          </a:graphicData>
        </a:graphic>
      </p:graphicFrame>
      <p:graphicFrame>
        <p:nvGraphicFramePr>
          <p:cNvPr id="442" name="Table 33"/>
          <p:cNvGraphicFramePr/>
          <p:nvPr/>
        </p:nvGraphicFramePr>
        <p:xfrm>
          <a:off x="640080" y="4399560"/>
          <a:ext cx="8229240" cy="1699920"/>
        </p:xfrm>
        <a:graphic>
          <a:graphicData uri="http://schemas.openxmlformats.org/drawingml/2006/table">
            <a:tbl>
              <a:tblPr/>
              <a:tblGrid>
                <a:gridCol w="5486400"/>
                <a:gridCol w="2743200"/>
              </a:tblGrid>
              <a:tr h="283320">
                <a:tc>
                  <a:txBody>
                    <a:bodyPr lIns="73080" rIns="73080" anchor="ctr">
                      <a:noAutofit/>
                    </a:bodyPr>
                    <a:p>
                      <a:pPr>
                        <a:lnSpc>
                          <a:spcPct val="100000"/>
                        </a:lnSpc>
                        <a:buNone/>
                      </a:pPr>
                      <a:r>
                        <a:rPr b="1" lang="en-US" sz="1000" spc="46" strike="noStrike">
                          <a:solidFill>
                            <a:srgbClr val="f5a623"/>
                          </a:solidFill>
                          <a:latin typeface="Inter"/>
                        </a:rPr>
                        <a:t>Mesure</a:t>
                      </a:r>
                      <a:endParaRPr b="0" lang="fr-FR" sz="10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00" spc="46" strike="noStrike">
                          <a:solidFill>
                            <a:srgbClr val="f5a623"/>
                          </a:solidFill>
                          <a:latin typeface="Inter"/>
                        </a:rPr>
                        <a:t>Valeur</a:t>
                      </a:r>
                      <a:endParaRPr b="0" lang="fr-FR" sz="10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r>
              <a:tr h="283320">
                <a:tc>
                  <a:txBody>
                    <a:bodyPr lIns="73080" rIns="73080" anchor="ctr">
                      <a:noAutofit/>
                    </a:bodyPr>
                    <a:p>
                      <a:pPr>
                        <a:lnSpc>
                          <a:spcPct val="100000"/>
                        </a:lnSpc>
                        <a:buNone/>
                      </a:pPr>
                      <a:r>
                        <a:rPr b="1" lang="en-US" sz="1100" spc="-1" strike="noStrike">
                          <a:solidFill>
                            <a:srgbClr val="f7f6f2"/>
                          </a:solidFill>
                          <a:latin typeface="Inter"/>
                        </a:rPr>
                        <a:t>Groupes de doublons trouvés</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283320">
                <a:tc>
                  <a:txBody>
                    <a:bodyPr lIns="73080" rIns="73080" anchor="ctr">
                      <a:noAutofit/>
                    </a:bodyPr>
                    <a:p>
                      <a:pPr>
                        <a:lnSpc>
                          <a:spcPct val="100000"/>
                        </a:lnSpc>
                        <a:buNone/>
                      </a:pPr>
                      <a:r>
                        <a:rPr b="1" lang="en-US" sz="1100" spc="-1" strike="noStrike">
                          <a:solidFill>
                            <a:srgbClr val="f7f6f2"/>
                          </a:solidFill>
                          <a:latin typeface="Inter"/>
                        </a:rPr>
                        <a:t>Paires fusionnées automatiquement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283320">
                <a:tc>
                  <a:txBody>
                    <a:bodyPr lIns="73080" rIns="73080" anchor="ctr">
                      <a:noAutofit/>
                    </a:bodyPr>
                    <a:p>
                      <a:pPr>
                        <a:lnSpc>
                          <a:spcPct val="100000"/>
                        </a:lnSpc>
                        <a:buNone/>
                      </a:pPr>
                      <a:r>
                        <a:rPr b="1" lang="en-US" sz="1100" spc="-1" strike="noStrike">
                          <a:solidFill>
                            <a:srgbClr val="f7f6f2"/>
                          </a:solidFill>
                          <a:latin typeface="Inter"/>
                        </a:rPr>
                        <a:t>Paires en zone de revue</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283320">
                <a:tc>
                  <a:txBody>
                    <a:bodyPr lIns="73080" rIns="73080" anchor="ctr">
                      <a:noAutofit/>
                    </a:bodyPr>
                    <a:p>
                      <a:pPr>
                        <a:lnSpc>
                          <a:spcPct val="100000"/>
                        </a:lnSpc>
                        <a:buNone/>
                      </a:pPr>
                      <a:r>
                        <a:rPr b="1" lang="en-US" sz="1100" spc="-1" strike="noStrike">
                          <a:solidFill>
                            <a:srgbClr val="f7f6f2"/>
                          </a:solidFill>
                          <a:latin typeface="Inter"/>
                        </a:rPr>
                        <a:t>Précision / rappel sur les 200 paires étiquetées</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283680">
                <a:tc>
                  <a:txBody>
                    <a:bodyPr lIns="73080" rIns="73080" anchor="ctr">
                      <a:noAutofit/>
                    </a:bodyPr>
                    <a:p>
                      <a:pPr>
                        <a:lnSpc>
                          <a:spcPct val="100000"/>
                        </a:lnSpc>
                        <a:buNone/>
                      </a:pPr>
                      <a:r>
                        <a:rPr b="1" lang="en-US" sz="1100" spc="-1" strike="noStrike">
                          <a:solidFill>
                            <a:srgbClr val="f7f6f2"/>
                          </a:solidFill>
                          <a:latin typeface="Inter"/>
                        </a:rPr>
                        <a:t>Identités distinctes obtenues</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bl>
          </a:graphicData>
        </a:graphic>
      </p:graphicFrame>
      <p:sp>
        <p:nvSpPr>
          <p:cNvPr id="443" name="TextBox 34"/>
          <p:cNvSpPr/>
          <p:nvPr/>
        </p:nvSpPr>
        <p:spPr>
          <a:xfrm>
            <a:off x="9052560" y="4436640"/>
            <a:ext cx="2494440" cy="18000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06" strike="noStrike">
                <a:solidFill>
                  <a:srgbClr val="f5a623"/>
                </a:solidFill>
                <a:latin typeface="Inter"/>
                <a:ea typeface="DejaVu Sans"/>
              </a:rPr>
              <a:t>ZONE DE REVUE</a:t>
            </a:r>
            <a:endParaRPr b="0" lang="fr-FR" sz="1100" spc="-1" strike="noStrike">
              <a:latin typeface="Arial"/>
            </a:endParaRPr>
          </a:p>
        </p:txBody>
      </p:sp>
      <p:sp>
        <p:nvSpPr>
          <p:cNvPr id="444" name="Zone à rédiger"/>
          <p:cNvSpPr/>
          <p:nvPr/>
        </p:nvSpPr>
        <p:spPr>
          <a:xfrm>
            <a:off x="9052560" y="4692240"/>
            <a:ext cx="2494440" cy="143244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rIns="137160" tIns="73080" bIns="73080" anchor="t">
            <a:noAutofit/>
          </a:bodyPr>
          <a:p>
            <a:pPr>
              <a:lnSpc>
                <a:spcPct val="100000"/>
              </a:lnSpc>
              <a:buNone/>
            </a:pPr>
            <a:r>
              <a:rPr b="0" i="1" lang="fr-FR" sz="1200" spc="-1" strike="noStrike">
                <a:solidFill>
                  <a:srgbClr val="8e99a4"/>
                </a:solidFill>
                <a:latin typeface="Inter"/>
                <a:ea typeface="DejaVu Sans"/>
              </a:rPr>
              <a:t>[Règle de décision proposée]</a:t>
            </a:r>
            <a:endParaRPr b="0" lang="fr-FR" sz="1200" spc="-1" strike="noStrike">
              <a:latin typeface="Arial"/>
            </a:endParaRPr>
          </a:p>
        </p:txBody>
      </p:sp>
    </p:spTree>
  </p:cSld>
  <mc:AlternateContent>
    <mc:Choice Requires="p14">
      <p:transition spd="slow" p14:dur="2000"/>
    </mc:Choice>
    <mc:Fallback>
      <p:transition spd="slow"/>
    </mc:Fallback>
  </mc:AlternateContent>
</p:sld>
</file>

<file path=ppt/slides/slide2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5" name="PlaceHolder 1"/>
          <p:cNvSpPr>
            <a:spLocks noGrp="1"/>
          </p:cNvSpPr>
          <p:nvPr>
            <p:ph type="title"/>
          </p:nvPr>
        </p:nvSpPr>
        <p:spPr>
          <a:xfrm>
            <a:off x="640080" y="502920"/>
            <a:ext cx="10906920" cy="729720"/>
          </a:xfrm>
          <a:prstGeom prst="rect">
            <a:avLst/>
          </a:prstGeom>
          <a:noFill/>
          <a:ln w="0">
            <a:noFill/>
          </a:ln>
        </p:spPr>
        <p:txBody>
          <a:bodyPr lIns="0" rIns="0" tIns="0" bIns="0" anchor="t">
            <a:noAutofit/>
          </a:bodyPr>
          <a:p>
            <a:pPr>
              <a:lnSpc>
                <a:spcPct val="100000"/>
              </a:lnSpc>
              <a:buNone/>
              <a:tabLst>
                <a:tab algn="l" pos="0"/>
              </a:tabLst>
            </a:pPr>
            <a:r>
              <a:rPr b="0" lang="en-US" sz="2800" spc="-1" strike="noStrike">
                <a:solidFill>
                  <a:srgbClr val="f7f6f2"/>
                </a:solidFill>
                <a:latin typeface="Fraunces SemiBold"/>
                <a:ea typeface="Fraunces SemiBold"/>
              </a:rPr>
              <a:t>Golden record de la Société Meunier et règle de survie</a:t>
            </a:r>
            <a:endParaRPr b="0" lang="fr-FR" sz="2800" spc="-1" strike="noStrike">
              <a:latin typeface="Arial"/>
            </a:endParaRPr>
          </a:p>
        </p:txBody>
      </p:sp>
      <p:sp>
        <p:nvSpPr>
          <p:cNvPr id="446" name="PlaceHolder 2"/>
          <p:cNvSpPr>
            <a:spLocks noGrp="1"/>
          </p:cNvSpPr>
          <p:nvPr>
            <p:ph type="sldNum" idx="32"/>
          </p:nvPr>
        </p:nvSpPr>
        <p:spPr>
          <a:xfrm>
            <a:off x="10820160" y="6309360"/>
            <a:ext cx="729720" cy="29088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D233818B-F3A8-4BCB-AC7B-B731E64714DF}"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447" name="TextBox 25"/>
          <p:cNvSpPr/>
          <p:nvPr/>
        </p:nvSpPr>
        <p:spPr>
          <a:xfrm>
            <a:off x="640080" y="283680"/>
            <a:ext cx="8044920" cy="18000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88" strike="noStrike">
                <a:solidFill>
                  <a:srgbClr val="f5a623"/>
                </a:solidFill>
                <a:latin typeface="Inter"/>
                <a:ea typeface="DejaVu Sans"/>
              </a:rPr>
              <a:t>S4 · US-25</a:t>
            </a:r>
            <a:endParaRPr b="0" lang="fr-FR" sz="1100" spc="-1" strike="noStrike">
              <a:latin typeface="Arial"/>
            </a:endParaRPr>
          </a:p>
        </p:txBody>
      </p:sp>
      <p:sp>
        <p:nvSpPr>
          <p:cNvPr id="448" name="TextBox 26"/>
          <p:cNvSpPr/>
          <p:nvPr/>
        </p:nvSpPr>
        <p:spPr>
          <a:xfrm>
            <a:off x="6976800" y="291960"/>
            <a:ext cx="4570200" cy="163440"/>
          </a:xfrm>
          <a:prstGeom prst="rect">
            <a:avLst/>
          </a:prstGeom>
          <a:noFill/>
          <a:ln w="0">
            <a:noFill/>
          </a:ln>
        </p:spPr>
        <p:style>
          <a:lnRef idx="0"/>
          <a:fillRef idx="0"/>
          <a:effectRef idx="0"/>
          <a:fontRef idx="minor"/>
        </p:style>
        <p:txBody>
          <a:bodyPr lIns="0" rIns="0" tIns="0" bIns="0" anchor="ctr">
            <a:spAutoFit/>
          </a:bodyPr>
          <a:p>
            <a:pPr algn="r">
              <a:lnSpc>
                <a:spcPct val="108000"/>
              </a:lnSpc>
              <a:spcAft>
                <a:spcPts val="400"/>
              </a:spcAft>
              <a:buNone/>
            </a:pPr>
            <a:r>
              <a:rPr b="1" lang="fr-FR" sz="1000" spc="106" strike="noStrike">
                <a:solidFill>
                  <a:srgbClr val="0f9b8e"/>
                </a:solidFill>
                <a:latin typeface="Inter"/>
                <a:ea typeface="DejaVu Sans"/>
              </a:rPr>
              <a:t>CRITÈRE : SILVER, GOLD ET TRAÇABILITÉ · 25 %</a:t>
            </a:r>
            <a:endParaRPr b="0" lang="fr-FR" sz="1000" spc="-1" strike="noStrike">
              <a:latin typeface="Arial"/>
            </a:endParaRPr>
          </a:p>
        </p:txBody>
      </p:sp>
      <p:sp>
        <p:nvSpPr>
          <p:cNvPr id="449" name="Attendu"/>
          <p:cNvSpPr/>
          <p:nvPr/>
        </p:nvSpPr>
        <p:spPr>
          <a:xfrm>
            <a:off x="640080" y="1325880"/>
            <a:ext cx="10906920" cy="106920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450" name="Attendu barre"/>
          <p:cNvSpPr/>
          <p:nvPr/>
        </p:nvSpPr>
        <p:spPr>
          <a:xfrm>
            <a:off x="640080" y="1325880"/>
            <a:ext cx="80640" cy="106920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451" name="Icône target" descr="Icône target"/>
          <p:cNvPicPr/>
          <p:nvPr/>
        </p:nvPicPr>
        <p:blipFill>
          <a:blip r:embed="rId1"/>
          <a:stretch/>
        </p:blipFill>
        <p:spPr>
          <a:xfrm>
            <a:off x="896040" y="1435680"/>
            <a:ext cx="272520" cy="272520"/>
          </a:xfrm>
          <a:prstGeom prst="rect">
            <a:avLst/>
          </a:prstGeom>
          <a:ln w="0">
            <a:noFill/>
          </a:ln>
        </p:spPr>
      </p:pic>
      <p:sp>
        <p:nvSpPr>
          <p:cNvPr id="452" name="TextBox 30"/>
          <p:cNvSpPr/>
          <p:nvPr/>
        </p:nvSpPr>
        <p:spPr>
          <a:xfrm>
            <a:off x="1261800" y="1473480"/>
            <a:ext cx="7313400" cy="19620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200" spc="126" strike="noStrike">
                <a:solidFill>
                  <a:srgbClr val="f5a623"/>
                </a:solidFill>
                <a:latin typeface="Inter"/>
                <a:ea typeface="DejaVu Sans"/>
              </a:rPr>
              <a:t>ATTENDU SUR CETTE PAGE</a:t>
            </a:r>
            <a:endParaRPr b="0" lang="fr-FR" sz="1200" spc="-1" strike="noStrike">
              <a:latin typeface="Arial"/>
            </a:endParaRPr>
          </a:p>
        </p:txBody>
      </p:sp>
      <p:sp>
        <p:nvSpPr>
          <p:cNvPr id="453" name="TextBox 31"/>
          <p:cNvSpPr/>
          <p:nvPr/>
        </p:nvSpPr>
        <p:spPr>
          <a:xfrm>
            <a:off x="914400" y="1783080"/>
            <a:ext cx="10358280" cy="465480"/>
          </a:xfrm>
          <a:prstGeom prst="rect">
            <a:avLst/>
          </a:prstGeom>
          <a:noFill/>
          <a:ln w="0">
            <a:noFill/>
          </a:ln>
        </p:spPr>
        <p:style>
          <a:lnRef idx="0"/>
          <a:fillRef idx="0"/>
          <a:effectRef idx="0"/>
          <a:fontRef idx="minor"/>
        </p:style>
        <p:txBody>
          <a:bodyPr lIns="0" rIns="0" tIns="0" bIns="0" anchor="t">
            <a:spAutoFit/>
          </a:bodyPr>
          <a:p>
            <a:pPr marL="182880" indent="-182880">
              <a:lnSpc>
                <a:spcPct val="108000"/>
              </a:lnSpc>
              <a:spcAft>
                <a:spcPts val="300"/>
              </a:spcAft>
              <a:buClr>
                <a:srgbClr val="f5a623"/>
              </a:buClr>
              <a:buFont typeface="Symbol"/>
              <a:buChar char=""/>
            </a:pPr>
            <a:r>
              <a:rPr b="1" lang="fr-FR" sz="1300" spc="-1" strike="noStrike">
                <a:solidFill>
                  <a:srgbClr val="f5a623"/>
                </a:solidFill>
                <a:latin typeface="Inter"/>
                <a:ea typeface="DejaVu Sans"/>
              </a:rPr>
              <a:t>Un seul CLI</a:t>
            </a:r>
            <a:r>
              <a:rPr b="0" lang="fr-FR" sz="1300" spc="-1" strike="noStrike">
                <a:solidFill>
                  <a:srgbClr val="f7f6f2"/>
                </a:solidFill>
                <a:latin typeface="Inter"/>
                <a:ea typeface="DejaVu Sans"/>
              </a:rPr>
              <a:t> pour les quatre identifiants de la Société Meunier.</a:t>
            </a:r>
            <a:endParaRPr b="0" lang="fr-FR" sz="1300" spc="-1" strike="noStrike">
              <a:latin typeface="Arial"/>
            </a:endParaRPr>
          </a:p>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Une </a:t>
            </a:r>
            <a:r>
              <a:rPr b="1" lang="fr-FR" sz="1300" spc="-1" strike="noStrike">
                <a:solidFill>
                  <a:srgbClr val="f5a623"/>
                </a:solidFill>
                <a:latin typeface="Inter"/>
                <a:ea typeface="DejaVu Sans"/>
              </a:rPr>
              <a:t>règle de survie par attribut</a:t>
            </a:r>
            <a:r>
              <a:rPr b="0" lang="fr-FR" sz="1300" spc="-1" strike="noStrike">
                <a:solidFill>
                  <a:srgbClr val="f7f6f2"/>
                </a:solidFill>
                <a:latin typeface="Inter"/>
                <a:ea typeface="DejaVu Sans"/>
              </a:rPr>
              <a:t>, et un cas où elle se </a:t>
            </a:r>
            <a:r>
              <a:rPr b="1" lang="fr-FR" sz="1300" spc="-1" strike="noStrike">
                <a:solidFill>
                  <a:srgbClr val="f5a623"/>
                </a:solidFill>
                <a:latin typeface="Inter"/>
                <a:ea typeface="DejaVu Sans"/>
              </a:rPr>
              <a:t>trompe</a:t>
            </a:r>
            <a:r>
              <a:rPr b="0" lang="fr-FR" sz="1300" spc="-1" strike="noStrike">
                <a:solidFill>
                  <a:srgbClr val="f7f6f2"/>
                </a:solidFill>
                <a:latin typeface="Inter"/>
                <a:ea typeface="DejaVu Sans"/>
              </a:rPr>
              <a:t>.</a:t>
            </a:r>
            <a:endParaRPr b="0" lang="fr-FR" sz="1300" spc="-1" strike="noStrike">
              <a:latin typeface="Arial"/>
            </a:endParaRPr>
          </a:p>
        </p:txBody>
      </p:sp>
      <p:graphicFrame>
        <p:nvGraphicFramePr>
          <p:cNvPr id="454" name="Table 32"/>
          <p:cNvGraphicFramePr/>
          <p:nvPr/>
        </p:nvGraphicFramePr>
        <p:xfrm>
          <a:off x="640080" y="2534040"/>
          <a:ext cx="6949080" cy="1508040"/>
        </p:xfrm>
        <a:graphic>
          <a:graphicData uri="http://schemas.openxmlformats.org/drawingml/2006/table">
            <a:tbl>
              <a:tblPr/>
              <a:tblGrid>
                <a:gridCol w="2926080"/>
                <a:gridCol w="1828800"/>
                <a:gridCol w="2194560"/>
              </a:tblGrid>
              <a:tr h="301680">
                <a:tc>
                  <a:txBody>
                    <a:bodyPr lIns="73080" rIns="73080" anchor="ctr">
                      <a:noAutofit/>
                    </a:bodyPr>
                    <a:p>
                      <a:pPr>
                        <a:lnSpc>
                          <a:spcPct val="100000"/>
                        </a:lnSpc>
                        <a:buNone/>
                      </a:pPr>
                      <a:r>
                        <a:rPr b="1" lang="en-US" sz="1000" spc="46" strike="noStrike">
                          <a:solidFill>
                            <a:srgbClr val="f5a623"/>
                          </a:solidFill>
                          <a:latin typeface="Inter"/>
                        </a:rPr>
                        <a:t>Identifiant source</a:t>
                      </a:r>
                      <a:endParaRPr b="0" lang="fr-FR" sz="10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00" spc="46" strike="noStrike">
                          <a:solidFill>
                            <a:srgbClr val="f5a623"/>
                          </a:solidFill>
                          <a:latin typeface="Inter"/>
                        </a:rPr>
                        <a:t>Système</a:t>
                      </a:r>
                      <a:endParaRPr b="0" lang="fr-FR" sz="10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00" spc="46" strike="noStrike">
                          <a:solidFill>
                            <a:srgbClr val="f5a623"/>
                          </a:solidFill>
                          <a:latin typeface="Inter"/>
                        </a:rPr>
                        <a:t>CLI attribué</a:t>
                      </a:r>
                      <a:endParaRPr b="0" lang="fr-FR" sz="10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r>
              <a:tr h="301680">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01680">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01680">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01680">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bl>
          </a:graphicData>
        </a:graphic>
      </p:graphicFrame>
      <p:graphicFrame>
        <p:nvGraphicFramePr>
          <p:cNvPr id="455" name="Table 33"/>
          <p:cNvGraphicFramePr/>
          <p:nvPr/>
        </p:nvGraphicFramePr>
        <p:xfrm>
          <a:off x="640080" y="4225680"/>
          <a:ext cx="10908000" cy="1599840"/>
        </p:xfrm>
        <a:graphic>
          <a:graphicData uri="http://schemas.openxmlformats.org/drawingml/2006/table">
            <a:tbl>
              <a:tblPr/>
              <a:tblGrid>
                <a:gridCol w="1645920"/>
                <a:gridCol w="2011680"/>
                <a:gridCol w="3748680"/>
                <a:gridCol w="3502080"/>
              </a:tblGrid>
              <a:tr h="320040">
                <a:tc>
                  <a:txBody>
                    <a:bodyPr lIns="73080" rIns="73080" anchor="ctr">
                      <a:noAutofit/>
                    </a:bodyPr>
                    <a:p>
                      <a:pPr>
                        <a:lnSpc>
                          <a:spcPct val="100000"/>
                        </a:lnSpc>
                        <a:buNone/>
                      </a:pPr>
                      <a:r>
                        <a:rPr b="1" lang="en-US" sz="1000" spc="46" strike="noStrike">
                          <a:solidFill>
                            <a:srgbClr val="f5a623"/>
                          </a:solidFill>
                          <a:latin typeface="Inter"/>
                        </a:rPr>
                        <a:t>Attribut</a:t>
                      </a:r>
                      <a:endParaRPr b="0" lang="fr-FR" sz="10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00" spc="46" strike="noStrike">
                          <a:solidFill>
                            <a:srgbClr val="f5a623"/>
                          </a:solidFill>
                          <a:latin typeface="Inter"/>
                        </a:rPr>
                        <a:t>Source retenue</a:t>
                      </a:r>
                      <a:endParaRPr b="0" lang="fr-FR" sz="10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00" spc="46" strike="noStrike">
                          <a:solidFill>
                            <a:srgbClr val="f5a623"/>
                          </a:solidFill>
                          <a:latin typeface="Inter"/>
                        </a:rPr>
                        <a:t>Règle (priorité, plus récent, non nul)</a:t>
                      </a:r>
                      <a:endParaRPr b="0" lang="fr-FR" sz="10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00" spc="46" strike="noStrike">
                          <a:solidFill>
                            <a:srgbClr val="f5a623"/>
                          </a:solidFill>
                          <a:latin typeface="Inter"/>
                        </a:rPr>
                        <a:t>Cas où la règle se trompe</a:t>
                      </a:r>
                      <a:endParaRPr b="0" lang="fr-FR" sz="10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r>
              <a:tr h="320040">
                <a:tc>
                  <a:txBody>
                    <a:bodyPr lIns="73080" rIns="73080" anchor="ctr">
                      <a:noAutofit/>
                    </a:bodyPr>
                    <a:p>
                      <a:pPr>
                        <a:lnSpc>
                          <a:spcPct val="100000"/>
                        </a:lnSpc>
                        <a:buNone/>
                      </a:pPr>
                      <a:r>
                        <a:rPr b="1" lang="en-US" sz="1100" spc="-1" strike="noStrike">
                          <a:solidFill>
                            <a:srgbClr val="f7f6f2"/>
                          </a:solidFill>
                          <a:latin typeface="Inter"/>
                        </a:rPr>
                        <a:t>Nom</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20040">
                <a:tc>
                  <a:txBody>
                    <a:bodyPr lIns="73080" rIns="73080" anchor="ctr">
                      <a:noAutofit/>
                    </a:bodyPr>
                    <a:p>
                      <a:pPr>
                        <a:lnSpc>
                          <a:spcPct val="100000"/>
                        </a:lnSpc>
                        <a:buNone/>
                      </a:pPr>
                      <a:r>
                        <a:rPr b="1" lang="en-US" sz="1100" spc="-1" strike="noStrike">
                          <a:solidFill>
                            <a:srgbClr val="f7f6f2"/>
                          </a:solidFill>
                          <a:latin typeface="Inter"/>
                        </a:rPr>
                        <a:t>Adresse</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20040">
                <a:tc>
                  <a:txBody>
                    <a:bodyPr lIns="73080" rIns="73080" anchor="ctr">
                      <a:noAutofit/>
                    </a:bodyPr>
                    <a:p>
                      <a:pPr>
                        <a:lnSpc>
                          <a:spcPct val="100000"/>
                        </a:lnSpc>
                        <a:buNone/>
                      </a:pPr>
                      <a:r>
                        <a:rPr b="1" lang="en-US" sz="1100" spc="-1" strike="noStrike">
                          <a:solidFill>
                            <a:srgbClr val="f7f6f2"/>
                          </a:solidFill>
                          <a:latin typeface="Inter"/>
                        </a:rPr>
                        <a:t>Téléphone</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20040">
                <a:tc>
                  <a:txBody>
                    <a:bodyPr lIns="73080" rIns="73080" anchor="ctr">
                      <a:noAutofit/>
                    </a:bodyPr>
                    <a:p>
                      <a:pPr>
                        <a:lnSpc>
                          <a:spcPct val="100000"/>
                        </a:lnSpc>
                        <a:buNone/>
                      </a:pPr>
                      <a:r>
                        <a:rPr b="1" lang="en-US" sz="1100" spc="-1" strike="noStrike">
                          <a:solidFill>
                            <a:srgbClr val="f7f6f2"/>
                          </a:solidFill>
                          <a:latin typeface="Inter"/>
                        </a:rPr>
                        <a:t>Courriel</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bl>
          </a:graphicData>
        </a:graphic>
      </p:graphicFrame>
      <p:sp>
        <p:nvSpPr>
          <p:cNvPr id="456" name="TextBox 34"/>
          <p:cNvSpPr/>
          <p:nvPr/>
        </p:nvSpPr>
        <p:spPr>
          <a:xfrm>
            <a:off x="640080" y="5897880"/>
            <a:ext cx="10906920" cy="180360"/>
          </a:xfrm>
          <a:prstGeom prst="rect">
            <a:avLst/>
          </a:prstGeom>
          <a:noFill/>
          <a:ln w="0">
            <a:noFill/>
          </a:ln>
        </p:spPr>
        <p:style>
          <a:lnRef idx="0"/>
          <a:fillRef idx="0"/>
          <a:effectRef idx="0"/>
          <a:fontRef idx="minor"/>
        </p:style>
        <p:txBody>
          <a:bodyPr lIns="0" rIns="0" tIns="0" bIns="0" anchor="t">
            <a:spAutoFit/>
          </a:bodyPr>
          <a:p>
            <a:pPr>
              <a:lnSpc>
                <a:spcPct val="108000"/>
              </a:lnSpc>
              <a:spcAft>
                <a:spcPts val="400"/>
              </a:spcAft>
              <a:buNone/>
            </a:pPr>
            <a:r>
              <a:rPr b="0" i="1" lang="fr-FR" sz="1100" spc="-1" strike="noStrike">
                <a:solidFill>
                  <a:srgbClr val="8e99a4"/>
                </a:solidFill>
                <a:latin typeface="Inter"/>
                <a:ea typeface="DejaVu Sans"/>
              </a:rPr>
              <a:t>Reportez la règle de survie dans le journal des décisions, avec le rôle qui l'a décidée.</a:t>
            </a:r>
            <a:endParaRPr b="0" lang="fr-FR" sz="1100" spc="-1" strike="noStrike">
              <a:latin typeface="Arial"/>
            </a:endParaRPr>
          </a:p>
        </p:txBody>
      </p:sp>
    </p:spTree>
  </p:cSld>
  <mc:AlternateContent>
    <mc:Choice Requires="p14">
      <p:transition spd="slow" p14:dur="2000"/>
    </mc:Choice>
    <mc:Fallback>
      <p:transition spd="slow"/>
    </mc:Fallback>
  </mc:AlternateContent>
</p:sld>
</file>

<file path=ppt/slides/slide2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57" name="PlaceHolder 1"/>
          <p:cNvSpPr>
            <a:spLocks noGrp="1"/>
          </p:cNvSpPr>
          <p:nvPr>
            <p:ph type="title"/>
          </p:nvPr>
        </p:nvSpPr>
        <p:spPr>
          <a:xfrm>
            <a:off x="640080" y="502920"/>
            <a:ext cx="10906920" cy="729720"/>
          </a:xfrm>
          <a:prstGeom prst="rect">
            <a:avLst/>
          </a:prstGeom>
          <a:noFill/>
          <a:ln w="0">
            <a:noFill/>
          </a:ln>
        </p:spPr>
        <p:txBody>
          <a:bodyPr lIns="0" rIns="0" tIns="0" bIns="0" anchor="t">
            <a:noAutofit/>
          </a:bodyPr>
          <a:p>
            <a:pPr>
              <a:lnSpc>
                <a:spcPct val="100000"/>
              </a:lnSpc>
              <a:buNone/>
              <a:tabLst>
                <a:tab algn="l" pos="0"/>
              </a:tabLst>
            </a:pPr>
            <a:r>
              <a:rPr b="0" lang="en-US" sz="2800" spc="-1" strike="noStrike">
                <a:solidFill>
                  <a:srgbClr val="f7f6f2"/>
                </a:solidFill>
                <a:latin typeface="Fraunces SemiBold"/>
                <a:ea typeface="Fraunces SemiBold"/>
              </a:rPr>
              <a:t>Gold : tables cohérentes et client actif unique</a:t>
            </a:r>
            <a:endParaRPr b="0" lang="fr-FR" sz="2800" spc="-1" strike="noStrike">
              <a:latin typeface="Arial"/>
            </a:endParaRPr>
          </a:p>
        </p:txBody>
      </p:sp>
      <p:sp>
        <p:nvSpPr>
          <p:cNvPr id="458" name="PlaceHolder 2"/>
          <p:cNvSpPr>
            <a:spLocks noGrp="1"/>
          </p:cNvSpPr>
          <p:nvPr>
            <p:ph type="sldNum" idx="33"/>
          </p:nvPr>
        </p:nvSpPr>
        <p:spPr>
          <a:xfrm>
            <a:off x="10820160" y="6309360"/>
            <a:ext cx="729720" cy="29088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661F2765-8202-44AD-A7C8-E11EA3CBB017}"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459" name="TextBox 25"/>
          <p:cNvSpPr/>
          <p:nvPr/>
        </p:nvSpPr>
        <p:spPr>
          <a:xfrm>
            <a:off x="640080" y="283680"/>
            <a:ext cx="8044920" cy="18000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88" strike="noStrike">
                <a:solidFill>
                  <a:srgbClr val="f5a623"/>
                </a:solidFill>
                <a:latin typeface="Inter"/>
                <a:ea typeface="DejaVu Sans"/>
              </a:rPr>
              <a:t>S4 · US-27</a:t>
            </a:r>
            <a:endParaRPr b="0" lang="fr-FR" sz="1100" spc="-1" strike="noStrike">
              <a:latin typeface="Arial"/>
            </a:endParaRPr>
          </a:p>
        </p:txBody>
      </p:sp>
      <p:sp>
        <p:nvSpPr>
          <p:cNvPr id="460" name="TextBox 26"/>
          <p:cNvSpPr/>
          <p:nvPr/>
        </p:nvSpPr>
        <p:spPr>
          <a:xfrm>
            <a:off x="6976800" y="291960"/>
            <a:ext cx="4570200" cy="163440"/>
          </a:xfrm>
          <a:prstGeom prst="rect">
            <a:avLst/>
          </a:prstGeom>
          <a:noFill/>
          <a:ln w="0">
            <a:noFill/>
          </a:ln>
        </p:spPr>
        <p:style>
          <a:lnRef idx="0"/>
          <a:fillRef idx="0"/>
          <a:effectRef idx="0"/>
          <a:fontRef idx="minor"/>
        </p:style>
        <p:txBody>
          <a:bodyPr lIns="0" rIns="0" tIns="0" bIns="0" anchor="ctr">
            <a:spAutoFit/>
          </a:bodyPr>
          <a:p>
            <a:pPr algn="r">
              <a:lnSpc>
                <a:spcPct val="108000"/>
              </a:lnSpc>
              <a:spcAft>
                <a:spcPts val="400"/>
              </a:spcAft>
              <a:buNone/>
            </a:pPr>
            <a:r>
              <a:rPr b="1" lang="fr-FR" sz="1000" spc="106" strike="noStrike">
                <a:solidFill>
                  <a:srgbClr val="0f9b8e"/>
                </a:solidFill>
                <a:latin typeface="Inter"/>
                <a:ea typeface="DejaVu Sans"/>
              </a:rPr>
              <a:t>CRITÈRE : SILVER, GOLD ET TRAÇABILITÉ · 25 %</a:t>
            </a:r>
            <a:endParaRPr b="0" lang="fr-FR" sz="1000" spc="-1" strike="noStrike">
              <a:latin typeface="Arial"/>
            </a:endParaRPr>
          </a:p>
        </p:txBody>
      </p:sp>
      <p:sp>
        <p:nvSpPr>
          <p:cNvPr id="461" name="Attendu"/>
          <p:cNvSpPr/>
          <p:nvPr/>
        </p:nvSpPr>
        <p:spPr>
          <a:xfrm>
            <a:off x="640080" y="1325880"/>
            <a:ext cx="10906920" cy="132120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462" name="Attendu barre"/>
          <p:cNvSpPr/>
          <p:nvPr/>
        </p:nvSpPr>
        <p:spPr>
          <a:xfrm>
            <a:off x="640080" y="1325880"/>
            <a:ext cx="80640" cy="132120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463" name="Icône target" descr="Icône target"/>
          <p:cNvPicPr/>
          <p:nvPr/>
        </p:nvPicPr>
        <p:blipFill>
          <a:blip r:embed="rId1"/>
          <a:stretch/>
        </p:blipFill>
        <p:spPr>
          <a:xfrm>
            <a:off x="896040" y="1435680"/>
            <a:ext cx="272520" cy="272520"/>
          </a:xfrm>
          <a:prstGeom prst="rect">
            <a:avLst/>
          </a:prstGeom>
          <a:ln w="0">
            <a:noFill/>
          </a:ln>
        </p:spPr>
      </p:pic>
      <p:sp>
        <p:nvSpPr>
          <p:cNvPr id="464" name="TextBox 30"/>
          <p:cNvSpPr/>
          <p:nvPr/>
        </p:nvSpPr>
        <p:spPr>
          <a:xfrm>
            <a:off x="1261800" y="1473480"/>
            <a:ext cx="7313400" cy="19620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200" spc="126" strike="noStrike">
                <a:solidFill>
                  <a:srgbClr val="f5a623"/>
                </a:solidFill>
                <a:latin typeface="Inter"/>
                <a:ea typeface="DejaVu Sans"/>
              </a:rPr>
              <a:t>ATTENDU SUR CETTE PAGE</a:t>
            </a:r>
            <a:endParaRPr b="0" lang="fr-FR" sz="1200" spc="-1" strike="noStrike">
              <a:latin typeface="Arial"/>
            </a:endParaRPr>
          </a:p>
        </p:txBody>
      </p:sp>
      <p:sp>
        <p:nvSpPr>
          <p:cNvPr id="465" name="TextBox 31"/>
          <p:cNvSpPr/>
          <p:nvPr/>
        </p:nvSpPr>
        <p:spPr>
          <a:xfrm>
            <a:off x="914400" y="1783080"/>
            <a:ext cx="10358280" cy="717480"/>
          </a:xfrm>
          <a:prstGeom prst="rect">
            <a:avLst/>
          </a:prstGeom>
          <a:noFill/>
          <a:ln w="0">
            <a:noFill/>
          </a:ln>
        </p:spPr>
        <p:style>
          <a:lnRef idx="0"/>
          <a:fillRef idx="0"/>
          <a:effectRef idx="0"/>
          <a:fontRef idx="minor"/>
        </p:style>
        <p:txBody>
          <a:bodyPr lIns="0" rIns="0" tIns="0" bIns="0" anchor="t">
            <a:spAutoFit/>
          </a:bodyPr>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Les </a:t>
            </a:r>
            <a:r>
              <a:rPr b="1" lang="fr-FR" sz="1300" spc="-1" strike="noStrike">
                <a:solidFill>
                  <a:srgbClr val="f5a623"/>
                </a:solidFill>
                <a:latin typeface="Inter"/>
                <a:ea typeface="DejaVu Sans"/>
              </a:rPr>
              <a:t>lignes</a:t>
            </a:r>
            <a:r>
              <a:rPr b="0" lang="fr-FR" sz="1300" spc="-1" strike="noStrike">
                <a:solidFill>
                  <a:srgbClr val="f7f6f2"/>
                </a:solidFill>
                <a:latin typeface="Inter"/>
                <a:ea typeface="DejaVu Sans"/>
              </a:rPr>
              <a:t> de chaque table gold, les </a:t>
            </a:r>
            <a:r>
              <a:rPr b="1" lang="fr-FR" sz="1300" spc="-1" strike="noStrike">
                <a:solidFill>
                  <a:srgbClr val="f5a623"/>
                </a:solidFill>
                <a:latin typeface="Inter"/>
                <a:ea typeface="DejaVu Sans"/>
              </a:rPr>
              <a:t>lignes écartées</a:t>
            </a:r>
            <a:r>
              <a:rPr b="0" lang="fr-FR" sz="1300" spc="-1" strike="noStrike">
                <a:solidFill>
                  <a:srgbClr val="f7f6f2"/>
                </a:solidFill>
                <a:latin typeface="Inter"/>
                <a:ea typeface="DejaVu Sans"/>
              </a:rPr>
              <a:t> à la porte G et les </a:t>
            </a:r>
            <a:r>
              <a:rPr b="1" lang="fr-FR" sz="1300" spc="-1" strike="noStrike">
                <a:solidFill>
                  <a:srgbClr val="f5a623"/>
                </a:solidFill>
                <a:latin typeface="Inter"/>
                <a:ea typeface="DejaVu Sans"/>
              </a:rPr>
              <a:t>règles responsables</a:t>
            </a:r>
            <a:r>
              <a:rPr b="0" lang="fr-FR" sz="1300" spc="-1" strike="noStrike">
                <a:solidFill>
                  <a:srgbClr val="f7f6f2"/>
                </a:solidFill>
                <a:latin typeface="Inter"/>
                <a:ea typeface="DejaVu Sans"/>
              </a:rPr>
              <a:t>.</a:t>
            </a:r>
            <a:endParaRPr b="0" lang="fr-FR" sz="1300" spc="-1" strike="noStrike">
              <a:latin typeface="Arial"/>
            </a:endParaRPr>
          </a:p>
          <a:p>
            <a:pPr marL="182880" indent="-182880">
              <a:lnSpc>
                <a:spcPct val="108000"/>
              </a:lnSpc>
              <a:spcAft>
                <a:spcPts val="300"/>
              </a:spcAft>
              <a:buClr>
                <a:srgbClr val="f5a623"/>
              </a:buClr>
              <a:buFont typeface="Symbol"/>
              <a:buChar char=""/>
            </a:pPr>
            <a:r>
              <a:rPr b="1" lang="fr-FR" sz="1300" spc="-1" strike="noStrike">
                <a:solidFill>
                  <a:srgbClr val="f5a623"/>
                </a:solidFill>
                <a:latin typeface="Inter"/>
                <a:ea typeface="DejaVu Sans"/>
              </a:rPr>
              <a:t>Aucun orphelin</a:t>
            </a:r>
            <a:r>
              <a:rPr b="0" lang="fr-FR" sz="1300" spc="-1" strike="noStrike">
                <a:solidFill>
                  <a:srgbClr val="f7f6f2"/>
                </a:solidFill>
                <a:latin typeface="Inter"/>
                <a:ea typeface="DejaVu Sans"/>
              </a:rPr>
              <a:t> dans gold ; client actif publié par la </a:t>
            </a:r>
            <a:r>
              <a:rPr b="1" lang="fr-FR" sz="1300" spc="-1" strike="noStrike">
                <a:solidFill>
                  <a:srgbClr val="f5a623"/>
                </a:solidFill>
                <a:latin typeface="Inter"/>
                <a:ea typeface="DejaVu Sans"/>
              </a:rPr>
              <a:t>vue unique</a:t>
            </a:r>
            <a:r>
              <a:rPr b="0" lang="fr-FR" sz="1300" spc="-1" strike="noStrike">
                <a:solidFill>
                  <a:srgbClr val="f7f6f2"/>
                </a:solidFill>
                <a:latin typeface="Inter"/>
                <a:ea typeface="DejaVu Sans"/>
              </a:rPr>
              <a:t> v_client_actif.</a:t>
            </a:r>
            <a:endParaRPr b="0" lang="fr-FR" sz="1300" spc="-1" strike="noStrike">
              <a:latin typeface="Arial"/>
            </a:endParaRPr>
          </a:p>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a:t>
            </a:r>
            <a:r>
              <a:rPr b="1" lang="fr-FR" sz="1300" spc="-1" strike="noStrike">
                <a:solidFill>
                  <a:srgbClr val="f5a623"/>
                </a:solidFill>
                <a:latin typeface="Inter"/>
                <a:ea typeface="DejaVu Sans"/>
              </a:rPr>
              <a:t>effet de la quarantaine</a:t>
            </a:r>
            <a:r>
              <a:rPr b="0" lang="fr-FR" sz="1300" spc="-1" strike="noStrike">
                <a:solidFill>
                  <a:srgbClr val="f7f6f2"/>
                </a:solidFill>
                <a:latin typeface="Inter"/>
                <a:ea typeface="DejaVu Sans"/>
              </a:rPr>
              <a:t> en aval : un client écarté laisse-t-il des contrats orphelins ?</a:t>
            </a:r>
            <a:endParaRPr b="0" lang="fr-FR" sz="1300" spc="-1" strike="noStrike">
              <a:latin typeface="Arial"/>
            </a:endParaRPr>
          </a:p>
        </p:txBody>
      </p:sp>
      <p:graphicFrame>
        <p:nvGraphicFramePr>
          <p:cNvPr id="466" name="Table 32"/>
          <p:cNvGraphicFramePr/>
          <p:nvPr/>
        </p:nvGraphicFramePr>
        <p:xfrm>
          <a:off x="640080" y="2786040"/>
          <a:ext cx="10908360" cy="1736640"/>
        </p:xfrm>
        <a:graphic>
          <a:graphicData uri="http://schemas.openxmlformats.org/drawingml/2006/table">
            <a:tbl>
              <a:tblPr/>
              <a:tblGrid>
                <a:gridCol w="2743200"/>
                <a:gridCol w="1645920"/>
                <a:gridCol w="2560320"/>
                <a:gridCol w="3959280"/>
              </a:tblGrid>
              <a:tr h="347400">
                <a:tc>
                  <a:txBody>
                    <a:bodyPr lIns="73080" rIns="73080" anchor="ctr">
                      <a:noAutofit/>
                    </a:bodyPr>
                    <a:p>
                      <a:pPr>
                        <a:lnSpc>
                          <a:spcPct val="100000"/>
                        </a:lnSpc>
                        <a:buNone/>
                      </a:pPr>
                      <a:r>
                        <a:rPr b="1" lang="en-US" sz="1050" spc="46" strike="noStrike">
                          <a:solidFill>
                            <a:srgbClr val="f5a623"/>
                          </a:solidFill>
                          <a:latin typeface="Inter"/>
                        </a:rPr>
                        <a:t>Table gold</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6" strike="noStrike">
                          <a:solidFill>
                            <a:srgbClr val="f5a623"/>
                          </a:solidFill>
                          <a:latin typeface="Inter"/>
                        </a:rPr>
                        <a:t>Lignes</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6" strike="noStrike">
                          <a:solidFill>
                            <a:srgbClr val="f5a623"/>
                          </a:solidFill>
                          <a:latin typeface="Inter"/>
                        </a:rPr>
                        <a:t>Lignes écartées (porte G)</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6" strike="noStrike">
                          <a:solidFill>
                            <a:srgbClr val="f5a623"/>
                          </a:solidFill>
                          <a:latin typeface="Inter"/>
                        </a:rPr>
                        <a:t>Règles responsables</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r>
              <a:tr h="347400">
                <a:tc>
                  <a:txBody>
                    <a:bodyPr lIns="73080" rIns="73080" anchor="ctr">
                      <a:noAutofit/>
                    </a:bodyPr>
                    <a:p>
                      <a:pPr>
                        <a:lnSpc>
                          <a:spcPct val="100000"/>
                        </a:lnSpc>
                        <a:buNone/>
                      </a:pPr>
                      <a:r>
                        <a:rPr b="1" lang="en-US" sz="1150" spc="-1" strike="noStrike">
                          <a:solidFill>
                            <a:srgbClr val="f7f6f2"/>
                          </a:solidFill>
                          <a:latin typeface="Inter"/>
                        </a:rPr>
                        <a:t>client_unique</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47400">
                <a:tc>
                  <a:txBody>
                    <a:bodyPr lIns="73080" rIns="73080" anchor="ctr">
                      <a:noAutofit/>
                    </a:bodyPr>
                    <a:p>
                      <a:pPr>
                        <a:lnSpc>
                          <a:spcPct val="100000"/>
                        </a:lnSpc>
                        <a:buNone/>
                      </a:pPr>
                      <a:r>
                        <a:rPr b="1" lang="en-US" sz="1150" spc="-1" strike="noStrike">
                          <a:solidFill>
                            <a:srgbClr val="f7f6f2"/>
                          </a:solidFill>
                          <a:latin typeface="Inter"/>
                        </a:rPr>
                        <a:t>xref_identifiants</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47400">
                <a:tc>
                  <a:txBody>
                    <a:bodyPr lIns="73080" rIns="73080" anchor="ctr">
                      <a:noAutofit/>
                    </a:bodyPr>
                    <a:p>
                      <a:pPr>
                        <a:lnSpc>
                          <a:spcPct val="100000"/>
                        </a:lnSpc>
                        <a:buNone/>
                      </a:pPr>
                      <a:r>
                        <a:rPr b="1" lang="en-US" sz="1150" spc="-1" strike="noStrike">
                          <a:solidFill>
                            <a:srgbClr val="f7f6f2"/>
                          </a:solidFill>
                          <a:latin typeface="Inter"/>
                        </a:rPr>
                        <a:t>contrat_certifie</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47400">
                <a:tc>
                  <a:txBody>
                    <a:bodyPr lIns="73080" rIns="73080" anchor="ctr">
                      <a:noAutofit/>
                    </a:bodyPr>
                    <a:p>
                      <a:pPr>
                        <a:lnSpc>
                          <a:spcPct val="100000"/>
                        </a:lnSpc>
                        <a:buNone/>
                      </a:pPr>
                      <a:r>
                        <a:rPr b="1" lang="en-US" sz="1150" spc="-1" strike="noStrike">
                          <a:solidFill>
                            <a:srgbClr val="f7f6f2"/>
                          </a:solidFill>
                          <a:latin typeface="Inter"/>
                        </a:rPr>
                        <a:t>sinistre_certifie</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bl>
          </a:graphicData>
        </a:graphic>
      </p:graphicFrame>
      <p:sp>
        <p:nvSpPr>
          <p:cNvPr id="467" name="TextBox 33"/>
          <p:cNvSpPr/>
          <p:nvPr/>
        </p:nvSpPr>
        <p:spPr>
          <a:xfrm>
            <a:off x="640080" y="4697640"/>
            <a:ext cx="5347440" cy="18000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06" strike="noStrike">
                <a:solidFill>
                  <a:srgbClr val="f5a623"/>
                </a:solidFill>
                <a:latin typeface="Inter"/>
                <a:ea typeface="DejaVu Sans"/>
              </a:rPr>
              <a:t>ORPHELINS ET CLIENT ACTIF PUBLIÉ</a:t>
            </a:r>
            <a:endParaRPr b="0" lang="fr-FR" sz="1100" spc="-1" strike="noStrike">
              <a:latin typeface="Arial"/>
            </a:endParaRPr>
          </a:p>
        </p:txBody>
      </p:sp>
      <p:sp>
        <p:nvSpPr>
          <p:cNvPr id="468" name="Zone à rédiger"/>
          <p:cNvSpPr/>
          <p:nvPr/>
        </p:nvSpPr>
        <p:spPr>
          <a:xfrm>
            <a:off x="640080" y="4953240"/>
            <a:ext cx="5347440" cy="117144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rIns="137160" tIns="73080" bIns="73080" anchor="t">
            <a:noAutofit/>
          </a:bodyPr>
          <a:p>
            <a:pPr>
              <a:lnSpc>
                <a:spcPct val="100000"/>
              </a:lnSpc>
              <a:buNone/>
            </a:pPr>
            <a:r>
              <a:rPr b="0" i="1" lang="fr-FR" sz="1200" spc="-1" strike="noStrike">
                <a:solidFill>
                  <a:srgbClr val="8e99a4"/>
                </a:solidFill>
                <a:latin typeface="Inter"/>
                <a:ea typeface="DejaVu Sans"/>
              </a:rPr>
              <a:t>[Chiffres, écart avec CD-001]</a:t>
            </a:r>
            <a:endParaRPr b="0" lang="fr-FR" sz="1200" spc="-1" strike="noStrike">
              <a:latin typeface="Arial"/>
            </a:endParaRPr>
          </a:p>
        </p:txBody>
      </p:sp>
      <p:sp>
        <p:nvSpPr>
          <p:cNvPr id="469" name="TextBox 35"/>
          <p:cNvSpPr/>
          <p:nvPr/>
        </p:nvSpPr>
        <p:spPr>
          <a:xfrm>
            <a:off x="6199560" y="4697640"/>
            <a:ext cx="5347440" cy="18000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06" strike="noStrike">
                <a:solidFill>
                  <a:srgbClr val="f5a623"/>
                </a:solidFill>
                <a:latin typeface="Inter"/>
                <a:ea typeface="DejaVu Sans"/>
              </a:rPr>
              <a:t>EFFET DE LA QUARANTAINE SUR L'INTÉGRITÉ EN AVAL</a:t>
            </a:r>
            <a:endParaRPr b="0" lang="fr-FR" sz="1100" spc="-1" strike="noStrike">
              <a:latin typeface="Arial"/>
            </a:endParaRPr>
          </a:p>
        </p:txBody>
      </p:sp>
      <p:sp>
        <p:nvSpPr>
          <p:cNvPr id="470" name="Zone à rédiger"/>
          <p:cNvSpPr/>
          <p:nvPr/>
        </p:nvSpPr>
        <p:spPr>
          <a:xfrm>
            <a:off x="6199560" y="4953240"/>
            <a:ext cx="5347440" cy="117144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rIns="137160" tIns="73080" bIns="73080" anchor="t">
            <a:noAutofit/>
          </a:bodyPr>
          <a:p>
            <a:pPr>
              <a:lnSpc>
                <a:spcPct val="100000"/>
              </a:lnSpc>
              <a:buNone/>
            </a:pPr>
            <a:r>
              <a:rPr b="0" i="1" lang="fr-FR" sz="1200" spc="-1" strike="noStrike">
                <a:solidFill>
                  <a:srgbClr val="8e99a4"/>
                </a:solidFill>
                <a:latin typeface="Inter"/>
                <a:ea typeface="DejaVu Sans"/>
              </a:rPr>
              <a:t>[Rédigez ici]</a:t>
            </a:r>
            <a:endParaRPr b="0" lang="fr-FR" sz="1200" spc="-1" strike="noStrike">
              <a:latin typeface="Arial"/>
            </a:endParaRPr>
          </a:p>
        </p:txBody>
      </p:sp>
    </p:spTree>
  </p:cSld>
  <mc:AlternateContent>
    <mc:Choice Requires="p14">
      <p:transition spd="slow" p14:dur="2000"/>
    </mc:Choice>
    <mc:Fallback>
      <p:transition spd="slow"/>
    </mc:Fallback>
  </mc:AlternateContent>
</p:sld>
</file>

<file path=ppt/slides/slide3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71" name="PlaceHolder 1"/>
          <p:cNvSpPr>
            <a:spLocks noGrp="1"/>
          </p:cNvSpPr>
          <p:nvPr>
            <p:ph type="title"/>
          </p:nvPr>
        </p:nvSpPr>
        <p:spPr>
          <a:xfrm>
            <a:off x="640080" y="502920"/>
            <a:ext cx="10906920" cy="729720"/>
          </a:xfrm>
          <a:prstGeom prst="rect">
            <a:avLst/>
          </a:prstGeom>
          <a:noFill/>
          <a:ln w="0">
            <a:noFill/>
          </a:ln>
        </p:spPr>
        <p:txBody>
          <a:bodyPr lIns="0" rIns="0" tIns="0" bIns="0" anchor="t">
            <a:noAutofit/>
          </a:bodyPr>
          <a:p>
            <a:pPr>
              <a:lnSpc>
                <a:spcPct val="100000"/>
              </a:lnSpc>
              <a:buNone/>
              <a:tabLst>
                <a:tab algn="l" pos="0"/>
              </a:tabLst>
            </a:pPr>
            <a:r>
              <a:rPr b="0" lang="en-US" sz="2800" spc="-1" strike="noStrike">
                <a:solidFill>
                  <a:srgbClr val="f7f6f2"/>
                </a:solidFill>
                <a:latin typeface="Fraunces SemiBold"/>
                <a:ea typeface="Fraunces SemiBold"/>
              </a:rPr>
              <a:t>Retracer trois données de gold jusqu'à la source</a:t>
            </a:r>
            <a:endParaRPr b="0" lang="fr-FR" sz="2800" spc="-1" strike="noStrike">
              <a:latin typeface="Arial"/>
            </a:endParaRPr>
          </a:p>
        </p:txBody>
      </p:sp>
      <p:sp>
        <p:nvSpPr>
          <p:cNvPr id="472" name="PlaceHolder 2"/>
          <p:cNvSpPr>
            <a:spLocks noGrp="1"/>
          </p:cNvSpPr>
          <p:nvPr>
            <p:ph type="sldNum" idx="34"/>
          </p:nvPr>
        </p:nvSpPr>
        <p:spPr>
          <a:xfrm>
            <a:off x="10820160" y="6309360"/>
            <a:ext cx="729720" cy="29088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33A35CB2-A56A-44FD-B7E2-1CCD8E4E8CF1}"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473" name="TextBox 25"/>
          <p:cNvSpPr/>
          <p:nvPr/>
        </p:nvSpPr>
        <p:spPr>
          <a:xfrm>
            <a:off x="640080" y="283680"/>
            <a:ext cx="8044920" cy="18000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88" strike="noStrike">
                <a:solidFill>
                  <a:srgbClr val="f5a623"/>
                </a:solidFill>
                <a:latin typeface="Inter"/>
                <a:ea typeface="DejaVu Sans"/>
              </a:rPr>
              <a:t>S4 · US-28</a:t>
            </a:r>
            <a:endParaRPr b="0" lang="fr-FR" sz="1100" spc="-1" strike="noStrike">
              <a:latin typeface="Arial"/>
            </a:endParaRPr>
          </a:p>
        </p:txBody>
      </p:sp>
      <p:sp>
        <p:nvSpPr>
          <p:cNvPr id="474" name="TextBox 26"/>
          <p:cNvSpPr/>
          <p:nvPr/>
        </p:nvSpPr>
        <p:spPr>
          <a:xfrm>
            <a:off x="6976800" y="291960"/>
            <a:ext cx="4570200" cy="163440"/>
          </a:xfrm>
          <a:prstGeom prst="rect">
            <a:avLst/>
          </a:prstGeom>
          <a:noFill/>
          <a:ln w="0">
            <a:noFill/>
          </a:ln>
        </p:spPr>
        <p:style>
          <a:lnRef idx="0"/>
          <a:fillRef idx="0"/>
          <a:effectRef idx="0"/>
          <a:fontRef idx="minor"/>
        </p:style>
        <p:txBody>
          <a:bodyPr lIns="0" rIns="0" tIns="0" bIns="0" anchor="ctr">
            <a:spAutoFit/>
          </a:bodyPr>
          <a:p>
            <a:pPr algn="r">
              <a:lnSpc>
                <a:spcPct val="108000"/>
              </a:lnSpc>
              <a:spcAft>
                <a:spcPts val="400"/>
              </a:spcAft>
              <a:buNone/>
            </a:pPr>
            <a:r>
              <a:rPr b="1" lang="fr-FR" sz="1000" spc="106" strike="noStrike">
                <a:solidFill>
                  <a:srgbClr val="0f9b8e"/>
                </a:solidFill>
                <a:latin typeface="Inter"/>
                <a:ea typeface="DejaVu Sans"/>
              </a:rPr>
              <a:t>CRITÈRE : SILVER, GOLD ET TRAÇABILITÉ · 25 %</a:t>
            </a:r>
            <a:endParaRPr b="0" lang="fr-FR" sz="1000" spc="-1" strike="noStrike">
              <a:latin typeface="Arial"/>
            </a:endParaRPr>
          </a:p>
        </p:txBody>
      </p:sp>
      <p:sp>
        <p:nvSpPr>
          <p:cNvPr id="475" name="Attendu"/>
          <p:cNvSpPr/>
          <p:nvPr/>
        </p:nvSpPr>
        <p:spPr>
          <a:xfrm>
            <a:off x="640080" y="1325880"/>
            <a:ext cx="10906920" cy="128340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476" name="Attendu barre"/>
          <p:cNvSpPr/>
          <p:nvPr/>
        </p:nvSpPr>
        <p:spPr>
          <a:xfrm>
            <a:off x="640080" y="1325880"/>
            <a:ext cx="80640" cy="128340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477" name="Icône target" descr="Icône target"/>
          <p:cNvPicPr/>
          <p:nvPr/>
        </p:nvPicPr>
        <p:blipFill>
          <a:blip r:embed="rId1"/>
          <a:stretch/>
        </p:blipFill>
        <p:spPr>
          <a:xfrm>
            <a:off x="896040" y="1435680"/>
            <a:ext cx="272520" cy="272520"/>
          </a:xfrm>
          <a:prstGeom prst="rect">
            <a:avLst/>
          </a:prstGeom>
          <a:ln w="0">
            <a:noFill/>
          </a:ln>
        </p:spPr>
      </p:pic>
      <p:sp>
        <p:nvSpPr>
          <p:cNvPr id="478" name="TextBox 30"/>
          <p:cNvSpPr/>
          <p:nvPr/>
        </p:nvSpPr>
        <p:spPr>
          <a:xfrm>
            <a:off x="1261800" y="1473480"/>
            <a:ext cx="7313400" cy="19620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200" spc="126" strike="noStrike">
                <a:solidFill>
                  <a:srgbClr val="f5a623"/>
                </a:solidFill>
                <a:latin typeface="Inter"/>
                <a:ea typeface="DejaVu Sans"/>
              </a:rPr>
              <a:t>ATTENDU SUR CETTE PAGE</a:t>
            </a:r>
            <a:endParaRPr b="0" lang="fr-FR" sz="1200" spc="-1" strike="noStrike">
              <a:latin typeface="Arial"/>
            </a:endParaRPr>
          </a:p>
        </p:txBody>
      </p:sp>
      <p:sp>
        <p:nvSpPr>
          <p:cNvPr id="479" name="TextBox 31"/>
          <p:cNvSpPr/>
          <p:nvPr/>
        </p:nvSpPr>
        <p:spPr>
          <a:xfrm>
            <a:off x="914400" y="1783080"/>
            <a:ext cx="10358280" cy="679320"/>
          </a:xfrm>
          <a:prstGeom prst="rect">
            <a:avLst/>
          </a:prstGeom>
          <a:noFill/>
          <a:ln w="0">
            <a:noFill/>
          </a:ln>
        </p:spPr>
        <p:style>
          <a:lnRef idx="0"/>
          <a:fillRef idx="0"/>
          <a:effectRef idx="0"/>
          <a:fontRef idx="minor"/>
        </p:style>
        <p:txBody>
          <a:bodyPr lIns="0" rIns="0" tIns="0" bIns="0" anchor="t">
            <a:spAutoFit/>
          </a:bodyPr>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Pour </a:t>
            </a:r>
            <a:r>
              <a:rPr b="1" lang="fr-FR" sz="1300" spc="-1" strike="noStrike">
                <a:solidFill>
                  <a:srgbClr val="f5a623"/>
                </a:solidFill>
                <a:latin typeface="Inter"/>
                <a:ea typeface="DejaVu Sans"/>
              </a:rPr>
              <a:t>chacune des trois données</a:t>
            </a:r>
            <a:r>
              <a:rPr b="0" lang="fr-FR" sz="1300" spc="-1" strike="noStrike">
                <a:solidFill>
                  <a:srgbClr val="f7f6f2"/>
                </a:solidFill>
                <a:latin typeface="Inter"/>
                <a:ea typeface="DejaVu Sans"/>
              </a:rPr>
              <a:t> : la valeur dans gold, les identifiants de ligne silver et bronze (avec le lot), la source (table, clé).</a:t>
            </a:r>
            <a:endParaRPr b="0" lang="fr-FR" sz="1300" spc="-1" strike="noStrike">
              <a:latin typeface="Arial"/>
            </a:endParaRPr>
          </a:p>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La </a:t>
            </a:r>
            <a:r>
              <a:rPr b="1" lang="fr-FR" sz="1300" spc="-1" strike="noStrike">
                <a:solidFill>
                  <a:srgbClr val="f5a623"/>
                </a:solidFill>
                <a:latin typeface="Inter"/>
                <a:ea typeface="DejaVu Sans"/>
              </a:rPr>
              <a:t>requête de traçabilité</a:t>
            </a:r>
            <a:r>
              <a:rPr b="0" lang="fr-FR" sz="1300" spc="-1" strike="noStrike">
                <a:solidFill>
                  <a:srgbClr val="f7f6f2"/>
                </a:solidFill>
                <a:latin typeface="Inter"/>
                <a:ea typeface="DejaVu Sans"/>
              </a:rPr>
              <a:t> est dans le dépôt.</a:t>
            </a:r>
            <a:endParaRPr b="0" lang="fr-FR" sz="1300" spc="-1" strike="noStrike">
              <a:latin typeface="Arial"/>
            </a:endParaRPr>
          </a:p>
        </p:txBody>
      </p:sp>
      <p:graphicFrame>
        <p:nvGraphicFramePr>
          <p:cNvPr id="480" name="Table 32"/>
          <p:cNvGraphicFramePr/>
          <p:nvPr/>
        </p:nvGraphicFramePr>
        <p:xfrm>
          <a:off x="640080" y="2793960"/>
          <a:ext cx="10908360" cy="1828440"/>
        </p:xfrm>
        <a:graphic>
          <a:graphicData uri="http://schemas.openxmlformats.org/drawingml/2006/table">
            <a:tbl>
              <a:tblPr/>
              <a:tblGrid>
                <a:gridCol w="2560320"/>
                <a:gridCol w="1828800"/>
                <a:gridCol w="2194560"/>
                <a:gridCol w="2377440"/>
                <a:gridCol w="1947600"/>
              </a:tblGrid>
              <a:tr h="457200">
                <a:tc>
                  <a:txBody>
                    <a:bodyPr lIns="73080" rIns="73080" anchor="ctr">
                      <a:noAutofit/>
                    </a:bodyPr>
                    <a:p>
                      <a:pPr>
                        <a:lnSpc>
                          <a:spcPct val="100000"/>
                        </a:lnSpc>
                        <a:buNone/>
                      </a:pPr>
                      <a:r>
                        <a:rPr b="1" lang="en-US" sz="1100" spc="46" strike="noStrike">
                          <a:solidFill>
                            <a:srgbClr val="f5a623"/>
                          </a:solidFill>
                          <a:latin typeface="Inter"/>
                        </a:rPr>
                        <a:t>Donnée</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100" spc="46" strike="noStrike">
                          <a:solidFill>
                            <a:srgbClr val="f5a623"/>
                          </a:solidFill>
                          <a:latin typeface="Inter"/>
                        </a:rPr>
                        <a:t>Gold</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100" spc="46" strike="noStrike">
                          <a:solidFill>
                            <a:srgbClr val="f5a623"/>
                          </a:solidFill>
                          <a:latin typeface="Inter"/>
                        </a:rPr>
                        <a:t>Silver (identifiants)</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100" spc="46" strike="noStrike">
                          <a:solidFill>
                            <a:srgbClr val="f5a623"/>
                          </a:solidFill>
                          <a:latin typeface="Inter"/>
                        </a:rPr>
                        <a:t>Bronze (identifiants, lot)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100" spc="46" strike="noStrike">
                          <a:solidFill>
                            <a:srgbClr val="f5a623"/>
                          </a:solidFill>
                          <a:latin typeface="Inter"/>
                        </a:rPr>
                        <a:t>Source (table, clé)</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r>
              <a:tr h="457200">
                <a:tc>
                  <a:txBody>
                    <a:bodyPr lIns="73080" rIns="73080" anchor="ctr">
                      <a:noAutofit/>
                    </a:bodyPr>
                    <a:p>
                      <a:pPr>
                        <a:lnSpc>
                          <a:spcPct val="100000"/>
                        </a:lnSpc>
                        <a:buNone/>
                      </a:pPr>
                      <a:r>
                        <a:rPr b="1" lang="en-US" sz="1200" spc="-1" strike="noStrike">
                          <a:solidFill>
                            <a:srgbClr val="f7f6f2"/>
                          </a:solidFill>
                          <a:latin typeface="Inter"/>
                        </a:rPr>
                        <a:t>Société Meunier</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457200">
                <a:tc>
                  <a:txBody>
                    <a:bodyPr lIns="73080" rIns="73080" anchor="ctr">
                      <a:noAutofit/>
                    </a:bodyPr>
                    <a:p>
                      <a:pPr>
                        <a:lnSpc>
                          <a:spcPct val="100000"/>
                        </a:lnSpc>
                        <a:buNone/>
                      </a:pPr>
                      <a:r>
                        <a:rPr b="1" lang="en-US" sz="1200" spc="-1" strike="noStrike">
                          <a:solidFill>
                            <a:srgbClr val="f7f6f2"/>
                          </a:solidFill>
                          <a:latin typeface="Inter"/>
                        </a:rPr>
                        <a:t>Un code postal à zéro initial</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457200">
                <a:tc>
                  <a:txBody>
                    <a:bodyPr lIns="73080" rIns="73080" anchor="ctr">
                      <a:noAutofit/>
                    </a:bodyPr>
                    <a:p>
                      <a:pPr>
                        <a:lnSpc>
                          <a:spcPct val="100000"/>
                        </a:lnSpc>
                        <a:buNone/>
                      </a:pPr>
                      <a:r>
                        <a:rPr b="1" lang="en-US" sz="1200" spc="-1" strike="noStrike">
                          <a:solidFill>
                            <a:srgbClr val="f7f6f2"/>
                          </a:solidFill>
                          <a:latin typeface="Inter"/>
                        </a:rPr>
                        <a:t>Une adresse de sinistre</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bl>
          </a:graphicData>
        </a:graphic>
      </p:graphicFrame>
      <p:sp>
        <p:nvSpPr>
          <p:cNvPr id="481" name="TextBox 33"/>
          <p:cNvSpPr/>
          <p:nvPr/>
        </p:nvSpPr>
        <p:spPr>
          <a:xfrm>
            <a:off x="640080" y="5890320"/>
            <a:ext cx="10906920" cy="19620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0" lang="fr-FR" sz="1200" spc="-1" strike="noStrike">
                <a:solidFill>
                  <a:srgbClr val="b8c0c8"/>
                </a:solidFill>
                <a:latin typeface="Inter"/>
                <a:ea typeface="DejaVu Sans"/>
              </a:rPr>
              <a:t>Preuve (chemin du notebook, du fichier ou de la requête dans le dépôt) : </a:t>
            </a:r>
            <a:r>
              <a:rPr b="1" lang="fr-FR" sz="1200" spc="-1" strike="noStrike">
                <a:solidFill>
                  <a:srgbClr val="f5a623"/>
                </a:solidFill>
                <a:latin typeface="Inter"/>
                <a:ea typeface="DejaVu Sans"/>
              </a:rPr>
              <a:t>…</a:t>
            </a:r>
            <a:endParaRPr b="0" lang="fr-FR" sz="1200" spc="-1" strike="noStrike">
              <a:latin typeface="Arial"/>
            </a:endParaRPr>
          </a:p>
        </p:txBody>
      </p:sp>
    </p:spTree>
  </p:cSld>
  <mc:AlternateContent>
    <mc:Choice Requires="p14">
      <p:transition spd="slow" p14:dur="2000"/>
    </mc:Choice>
    <mc:Fallback>
      <p:transition spd="slow"/>
    </mc:Fallback>
  </mc:AlternateContent>
</p:sld>
</file>

<file path=ppt/slides/slide3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82" name="PlaceHolder 1"/>
          <p:cNvSpPr>
            <a:spLocks noGrp="1"/>
          </p:cNvSpPr>
          <p:nvPr>
            <p:ph type="title"/>
          </p:nvPr>
        </p:nvSpPr>
        <p:spPr>
          <a:xfrm>
            <a:off x="640080" y="502920"/>
            <a:ext cx="10906920" cy="729720"/>
          </a:xfrm>
          <a:prstGeom prst="rect">
            <a:avLst/>
          </a:prstGeom>
          <a:noFill/>
          <a:ln w="0">
            <a:noFill/>
          </a:ln>
        </p:spPr>
        <p:txBody>
          <a:bodyPr lIns="0" rIns="0" tIns="0" bIns="0" anchor="t">
            <a:noAutofit/>
          </a:bodyPr>
          <a:p>
            <a:pPr>
              <a:lnSpc>
                <a:spcPct val="100000"/>
              </a:lnSpc>
              <a:buNone/>
              <a:tabLst>
                <a:tab algn="l" pos="0"/>
              </a:tabLst>
            </a:pPr>
            <a:r>
              <a:rPr b="0" lang="en-US" sz="2800" spc="-1" strike="noStrike">
                <a:solidFill>
                  <a:srgbClr val="f7f6f2"/>
                </a:solidFill>
                <a:latin typeface="Fraunces SemiBold"/>
                <a:ea typeface="Fraunces SemiBold"/>
              </a:rPr>
              <a:t>Bilan de S4 : critères de fin et difficultés</a:t>
            </a:r>
            <a:endParaRPr b="0" lang="fr-FR" sz="2800" spc="-1" strike="noStrike">
              <a:latin typeface="Arial"/>
            </a:endParaRPr>
          </a:p>
        </p:txBody>
      </p:sp>
      <p:sp>
        <p:nvSpPr>
          <p:cNvPr id="483" name="PlaceHolder 2"/>
          <p:cNvSpPr>
            <a:spLocks noGrp="1"/>
          </p:cNvSpPr>
          <p:nvPr>
            <p:ph type="sldNum" idx="35"/>
          </p:nvPr>
        </p:nvSpPr>
        <p:spPr>
          <a:xfrm>
            <a:off x="10820160" y="6309360"/>
            <a:ext cx="729720" cy="29088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E2318372-24D0-4307-A9DD-6200EF85A3DA}"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484" name="TextBox 25"/>
          <p:cNvSpPr/>
          <p:nvPr/>
        </p:nvSpPr>
        <p:spPr>
          <a:xfrm>
            <a:off x="640080" y="283680"/>
            <a:ext cx="8044920" cy="18000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88" strike="noStrike">
                <a:solidFill>
                  <a:srgbClr val="f5a623"/>
                </a:solidFill>
                <a:latin typeface="Inter"/>
                <a:ea typeface="DejaVu Sans"/>
              </a:rPr>
              <a:t>S4 · BILAN</a:t>
            </a:r>
            <a:endParaRPr b="0" lang="fr-FR" sz="1100" spc="-1" strike="noStrike">
              <a:latin typeface="Arial"/>
            </a:endParaRPr>
          </a:p>
        </p:txBody>
      </p:sp>
      <p:sp>
        <p:nvSpPr>
          <p:cNvPr id="485" name="TextBox 26"/>
          <p:cNvSpPr/>
          <p:nvPr/>
        </p:nvSpPr>
        <p:spPr>
          <a:xfrm>
            <a:off x="6976800" y="291960"/>
            <a:ext cx="4570200" cy="163440"/>
          </a:xfrm>
          <a:prstGeom prst="rect">
            <a:avLst/>
          </a:prstGeom>
          <a:noFill/>
          <a:ln w="0">
            <a:noFill/>
          </a:ln>
        </p:spPr>
        <p:style>
          <a:lnRef idx="0"/>
          <a:fillRef idx="0"/>
          <a:effectRef idx="0"/>
          <a:fontRef idx="minor"/>
        </p:style>
        <p:txBody>
          <a:bodyPr lIns="0" rIns="0" tIns="0" bIns="0" anchor="ctr">
            <a:spAutoFit/>
          </a:bodyPr>
          <a:p>
            <a:pPr algn="r">
              <a:lnSpc>
                <a:spcPct val="108000"/>
              </a:lnSpc>
              <a:spcAft>
                <a:spcPts val="400"/>
              </a:spcAft>
              <a:buNone/>
            </a:pPr>
            <a:r>
              <a:rPr b="1" lang="fr-FR" sz="1000" spc="106" strike="noStrike">
                <a:solidFill>
                  <a:srgbClr val="0f9b8e"/>
                </a:solidFill>
                <a:latin typeface="Inter"/>
                <a:ea typeface="DejaVu Sans"/>
              </a:rPr>
              <a:t>CRITÈRE : SILVER, GOLD ET TRAÇABILITÉ · 25 %</a:t>
            </a:r>
            <a:endParaRPr b="0" lang="fr-FR" sz="1000" spc="-1" strike="noStrike">
              <a:latin typeface="Arial"/>
            </a:endParaRPr>
          </a:p>
        </p:txBody>
      </p:sp>
      <p:sp>
        <p:nvSpPr>
          <p:cNvPr id="486" name="Attendu"/>
          <p:cNvSpPr/>
          <p:nvPr/>
        </p:nvSpPr>
        <p:spPr>
          <a:xfrm>
            <a:off x="640080" y="1325880"/>
            <a:ext cx="10906920" cy="106920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487" name="Attendu barre"/>
          <p:cNvSpPr/>
          <p:nvPr/>
        </p:nvSpPr>
        <p:spPr>
          <a:xfrm>
            <a:off x="640080" y="1325880"/>
            <a:ext cx="80640" cy="106920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488" name="Icône target" descr="Icône target"/>
          <p:cNvPicPr/>
          <p:nvPr/>
        </p:nvPicPr>
        <p:blipFill>
          <a:blip r:embed="rId1"/>
          <a:stretch/>
        </p:blipFill>
        <p:spPr>
          <a:xfrm>
            <a:off x="896040" y="1435680"/>
            <a:ext cx="272520" cy="272520"/>
          </a:xfrm>
          <a:prstGeom prst="rect">
            <a:avLst/>
          </a:prstGeom>
          <a:ln w="0">
            <a:noFill/>
          </a:ln>
        </p:spPr>
      </p:pic>
      <p:sp>
        <p:nvSpPr>
          <p:cNvPr id="489" name="TextBox 30"/>
          <p:cNvSpPr/>
          <p:nvPr/>
        </p:nvSpPr>
        <p:spPr>
          <a:xfrm>
            <a:off x="1261800" y="1473480"/>
            <a:ext cx="7313400" cy="19620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200" spc="126" strike="noStrike">
                <a:solidFill>
                  <a:srgbClr val="f5a623"/>
                </a:solidFill>
                <a:latin typeface="Inter"/>
                <a:ea typeface="DejaVu Sans"/>
              </a:rPr>
              <a:t>ATTENDU SUR CETTE PAGE</a:t>
            </a:r>
            <a:endParaRPr b="0" lang="fr-FR" sz="1200" spc="-1" strike="noStrike">
              <a:latin typeface="Arial"/>
            </a:endParaRPr>
          </a:p>
        </p:txBody>
      </p:sp>
      <p:sp>
        <p:nvSpPr>
          <p:cNvPr id="490" name="TextBox 31"/>
          <p:cNvSpPr/>
          <p:nvPr/>
        </p:nvSpPr>
        <p:spPr>
          <a:xfrm>
            <a:off x="914400" y="1783080"/>
            <a:ext cx="10358280" cy="465480"/>
          </a:xfrm>
          <a:prstGeom prst="rect">
            <a:avLst/>
          </a:prstGeom>
          <a:noFill/>
          <a:ln w="0">
            <a:noFill/>
          </a:ln>
        </p:spPr>
        <p:style>
          <a:lnRef idx="0"/>
          <a:fillRef idx="0"/>
          <a:effectRef idx="0"/>
          <a:fontRef idx="minor"/>
        </p:style>
        <p:txBody>
          <a:bodyPr lIns="0" rIns="0" tIns="0" bIns="0" anchor="t">
            <a:spAutoFit/>
          </a:bodyPr>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Chaque critère coché est </a:t>
            </a:r>
            <a:r>
              <a:rPr b="1" lang="fr-FR" sz="1300" spc="-1" strike="noStrike">
                <a:solidFill>
                  <a:srgbClr val="f5a623"/>
                </a:solidFill>
                <a:latin typeface="Inter"/>
                <a:ea typeface="DejaVu Sans"/>
              </a:rPr>
              <a:t>démontré</a:t>
            </a:r>
            <a:r>
              <a:rPr b="0" lang="fr-FR" sz="1300" spc="-1" strike="noStrike">
                <a:solidFill>
                  <a:srgbClr val="f7f6f2"/>
                </a:solidFill>
                <a:latin typeface="Inter"/>
                <a:ea typeface="DejaVu Sans"/>
              </a:rPr>
              <a:t> par une page de ce livrable ou par un fichier du dépôt.</a:t>
            </a:r>
            <a:endParaRPr b="0" lang="fr-FR" sz="1300" spc="-1" strike="noStrike">
              <a:latin typeface="Arial"/>
            </a:endParaRPr>
          </a:p>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Les difficultés sont </a:t>
            </a:r>
            <a:r>
              <a:rPr b="1" lang="fr-FR" sz="1300" spc="-1" strike="noStrike">
                <a:solidFill>
                  <a:srgbClr val="f5a623"/>
                </a:solidFill>
                <a:latin typeface="Inter"/>
                <a:ea typeface="DejaVu Sans"/>
              </a:rPr>
              <a:t>chiffrées en temps perdu</a:t>
            </a:r>
            <a:r>
              <a:rPr b="0" lang="fr-FR" sz="1300" spc="-1" strike="noStrike">
                <a:solidFill>
                  <a:srgbClr val="f7f6f2"/>
                </a:solidFill>
                <a:latin typeface="Inter"/>
                <a:ea typeface="DejaVu Sans"/>
              </a:rPr>
              <a:t> ; un point de reprise utilisé est </a:t>
            </a:r>
            <a:r>
              <a:rPr b="1" lang="fr-FR" sz="1300" spc="-1" strike="noStrike">
                <a:solidFill>
                  <a:srgbClr val="f5a623"/>
                </a:solidFill>
                <a:latin typeface="Inter"/>
                <a:ea typeface="DejaVu Sans"/>
              </a:rPr>
              <a:t>déclaré</a:t>
            </a:r>
            <a:r>
              <a:rPr b="0" lang="fr-FR" sz="1300" spc="-1" strike="noStrike">
                <a:solidFill>
                  <a:srgbClr val="f7f6f2"/>
                </a:solidFill>
                <a:latin typeface="Inter"/>
                <a:ea typeface="DejaVu Sans"/>
              </a:rPr>
              <a:t>.</a:t>
            </a:r>
            <a:endParaRPr b="0" lang="fr-FR" sz="1300" spc="-1" strike="noStrike">
              <a:latin typeface="Arial"/>
            </a:endParaRPr>
          </a:p>
        </p:txBody>
      </p:sp>
      <p:sp>
        <p:nvSpPr>
          <p:cNvPr id="491" name="Rectangle 32"/>
          <p:cNvSpPr/>
          <p:nvPr/>
        </p:nvSpPr>
        <p:spPr>
          <a:xfrm>
            <a:off x="640080" y="2579760"/>
            <a:ext cx="5118840" cy="3544920"/>
          </a:xfrm>
          <a:prstGeom prst="rect">
            <a:avLst/>
          </a:prstGeom>
          <a:solidFill>
            <a:srgbClr val="1c2e3d"/>
          </a:solidFill>
          <a:ln>
            <a:solidFill>
              <a:srgbClr val="2a4156"/>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492" name="Icône ok" descr="Icône ok"/>
          <p:cNvPicPr/>
          <p:nvPr/>
        </p:nvPicPr>
        <p:blipFill>
          <a:blip r:embed="rId2"/>
          <a:stretch/>
        </p:blipFill>
        <p:spPr>
          <a:xfrm>
            <a:off x="868680" y="2735280"/>
            <a:ext cx="309240" cy="309240"/>
          </a:xfrm>
          <a:prstGeom prst="rect">
            <a:avLst/>
          </a:prstGeom>
          <a:ln w="0">
            <a:noFill/>
          </a:ln>
        </p:spPr>
      </p:pic>
      <p:sp>
        <p:nvSpPr>
          <p:cNvPr id="493" name="TextBox 34"/>
          <p:cNvSpPr/>
          <p:nvPr/>
        </p:nvSpPr>
        <p:spPr>
          <a:xfrm>
            <a:off x="1289160" y="2783160"/>
            <a:ext cx="4570200" cy="21312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300" spc="106" strike="noStrike">
                <a:solidFill>
                  <a:srgbClr val="f7f6f2"/>
                </a:solidFill>
                <a:latin typeface="Inter"/>
                <a:ea typeface="DejaVu Sans"/>
              </a:rPr>
              <a:t>CRITÈRES DE FIN</a:t>
            </a:r>
            <a:endParaRPr b="0" lang="fr-FR" sz="1300" spc="-1" strike="noStrike">
              <a:latin typeface="Arial"/>
            </a:endParaRPr>
          </a:p>
        </p:txBody>
      </p:sp>
      <p:sp>
        <p:nvSpPr>
          <p:cNvPr id="494" name="TextBox 35"/>
          <p:cNvSpPr/>
          <p:nvPr/>
        </p:nvSpPr>
        <p:spPr>
          <a:xfrm>
            <a:off x="868680" y="3219840"/>
            <a:ext cx="4661640" cy="2410920"/>
          </a:xfrm>
          <a:prstGeom prst="rect">
            <a:avLst/>
          </a:prstGeom>
          <a:noFill/>
          <a:ln w="0">
            <a:noFill/>
          </a:ln>
        </p:spPr>
        <p:style>
          <a:lnRef idx="0"/>
          <a:fillRef idx="0"/>
          <a:effectRef idx="0"/>
          <a:fontRef idx="minor"/>
        </p:style>
        <p:txBody>
          <a:bodyPr lIns="0" rIns="0" tIns="0" bIns="0" anchor="t">
            <a:spAutoFit/>
          </a:bodyPr>
          <a:p>
            <a:pPr>
              <a:lnSpc>
                <a:spcPct val="108000"/>
              </a:lnSpc>
              <a:spcAft>
                <a:spcPts val="700"/>
              </a:spcAft>
              <a:buNone/>
            </a:pPr>
            <a:r>
              <a:rPr b="0" lang="fr-FR" sz="1250" spc="-1" strike="noStrike">
                <a:solidFill>
                  <a:srgbClr val="f7f6f2"/>
                </a:solidFill>
                <a:latin typeface="Consolas"/>
                <a:ea typeface="DejaVu Sans"/>
              </a:rPr>
              <a:t>[ ]</a:t>
            </a:r>
            <a:r>
              <a:rPr b="0" lang="fr-FR" sz="1250" spc="-1" strike="noStrike">
                <a:solidFill>
                  <a:srgbClr val="f7f6f2"/>
                </a:solidFill>
                <a:latin typeface="Inter"/>
                <a:ea typeface="DejaVu Sans"/>
              </a:rPr>
              <a:t> Pour chaque table, silver + rejets = bronze, sans suppression silencieuse.</a:t>
            </a:r>
            <a:endParaRPr b="0" lang="fr-FR" sz="1250" spc="-1" strike="noStrike">
              <a:latin typeface="Arial"/>
            </a:endParaRPr>
          </a:p>
          <a:p>
            <a:pPr>
              <a:lnSpc>
                <a:spcPct val="108000"/>
              </a:lnSpc>
              <a:spcAft>
                <a:spcPts val="700"/>
              </a:spcAft>
              <a:buNone/>
            </a:pPr>
            <a:r>
              <a:rPr b="0" lang="fr-FR" sz="1250" spc="-1" strike="noStrike">
                <a:solidFill>
                  <a:srgbClr val="f7f6f2"/>
                </a:solidFill>
                <a:latin typeface="Consolas"/>
                <a:ea typeface="DejaVu Sans"/>
              </a:rPr>
              <a:t>[ ]</a:t>
            </a:r>
            <a:r>
              <a:rPr b="0" lang="fr-FR" sz="1250" spc="-1" strike="noStrike">
                <a:solidFill>
                  <a:srgbClr val="f7f6f2"/>
                </a:solidFill>
                <a:latin typeface="Inter"/>
                <a:ea typeface="DejaVu Sans"/>
              </a:rPr>
              <a:t> Relancer le traitement deux fois donne le même résultat.</a:t>
            </a:r>
            <a:endParaRPr b="0" lang="fr-FR" sz="1250" spc="-1" strike="noStrike">
              <a:latin typeface="Arial"/>
            </a:endParaRPr>
          </a:p>
          <a:p>
            <a:pPr>
              <a:lnSpc>
                <a:spcPct val="108000"/>
              </a:lnSpc>
              <a:spcAft>
                <a:spcPts val="700"/>
              </a:spcAft>
              <a:buNone/>
            </a:pPr>
            <a:r>
              <a:rPr b="0" lang="fr-FR" sz="1250" spc="-1" strike="noStrike">
                <a:solidFill>
                  <a:srgbClr val="f7f6f2"/>
                </a:solidFill>
                <a:latin typeface="Consolas"/>
                <a:ea typeface="DejaVu Sans"/>
              </a:rPr>
              <a:t>[ ]</a:t>
            </a:r>
            <a:r>
              <a:rPr b="0" lang="fr-FR" sz="1250" spc="-1" strike="noStrike">
                <a:solidFill>
                  <a:srgbClr val="f7f6f2"/>
                </a:solidFill>
                <a:latin typeface="Inter"/>
                <a:ea typeface="DejaVu Sans"/>
              </a:rPr>
              <a:t> Les règles bloquantes de la porte S sont conformes sur silver.</a:t>
            </a:r>
            <a:endParaRPr b="0" lang="fr-FR" sz="1250" spc="-1" strike="noStrike">
              <a:latin typeface="Arial"/>
            </a:endParaRPr>
          </a:p>
          <a:p>
            <a:pPr>
              <a:lnSpc>
                <a:spcPct val="108000"/>
              </a:lnSpc>
              <a:spcAft>
                <a:spcPts val="700"/>
              </a:spcAft>
              <a:buNone/>
            </a:pPr>
            <a:r>
              <a:rPr b="0" lang="fr-FR" sz="1250" spc="-1" strike="noStrike">
                <a:solidFill>
                  <a:srgbClr val="f7f6f2"/>
                </a:solidFill>
                <a:latin typeface="Consolas"/>
                <a:ea typeface="DejaVu Sans"/>
              </a:rPr>
              <a:t>[ ]</a:t>
            </a:r>
            <a:r>
              <a:rPr b="0" lang="fr-FR" sz="1250" spc="-1" strike="noStrike">
                <a:solidFill>
                  <a:srgbClr val="f7f6f2"/>
                </a:solidFill>
                <a:latin typeface="Inter"/>
                <a:ea typeface="DejaVu Sans"/>
              </a:rPr>
              <a:t> Le gold ne contient aucun orphelin ; le client actif est publié par une seule vue.</a:t>
            </a:r>
            <a:endParaRPr b="0" lang="fr-FR" sz="1250" spc="-1" strike="noStrike">
              <a:latin typeface="Arial"/>
            </a:endParaRPr>
          </a:p>
          <a:p>
            <a:pPr>
              <a:lnSpc>
                <a:spcPct val="108000"/>
              </a:lnSpc>
              <a:spcAft>
                <a:spcPts val="700"/>
              </a:spcAft>
              <a:buNone/>
            </a:pPr>
            <a:r>
              <a:rPr b="0" lang="fr-FR" sz="1250" spc="-1" strike="noStrike">
                <a:solidFill>
                  <a:srgbClr val="f7f6f2"/>
                </a:solidFill>
                <a:latin typeface="Consolas"/>
                <a:ea typeface="DejaVu Sans"/>
              </a:rPr>
              <a:t>[ ]</a:t>
            </a:r>
            <a:r>
              <a:rPr b="0" lang="fr-FR" sz="1250" spc="-1" strike="noStrike">
                <a:solidFill>
                  <a:srgbClr val="f7f6f2"/>
                </a:solidFill>
                <a:latin typeface="Inter"/>
                <a:ea typeface="DejaVu Sans"/>
              </a:rPr>
              <a:t> Les trois traces remontent du gold à la source avec identifiants de ligne et de lot.</a:t>
            </a:r>
            <a:endParaRPr b="0" lang="fr-FR" sz="1250" spc="-1" strike="noStrike">
              <a:latin typeface="Arial"/>
            </a:endParaRPr>
          </a:p>
        </p:txBody>
      </p:sp>
      <p:sp>
        <p:nvSpPr>
          <p:cNvPr id="495" name="TextBox 36"/>
          <p:cNvSpPr/>
          <p:nvPr/>
        </p:nvSpPr>
        <p:spPr>
          <a:xfrm>
            <a:off x="640080" y="5852160"/>
            <a:ext cx="10906920" cy="180360"/>
          </a:xfrm>
          <a:prstGeom prst="rect">
            <a:avLst/>
          </a:prstGeom>
          <a:noFill/>
          <a:ln w="0">
            <a:noFill/>
          </a:ln>
        </p:spPr>
        <p:style>
          <a:lnRef idx="0"/>
          <a:fillRef idx="0"/>
          <a:effectRef idx="0"/>
          <a:fontRef idx="minor"/>
        </p:style>
        <p:txBody>
          <a:bodyPr lIns="0" rIns="0" tIns="0" bIns="0" anchor="t">
            <a:spAutoFit/>
          </a:bodyPr>
          <a:p>
            <a:pPr>
              <a:lnSpc>
                <a:spcPct val="108000"/>
              </a:lnSpc>
              <a:spcAft>
                <a:spcPts val="400"/>
              </a:spcAft>
              <a:buNone/>
            </a:pPr>
            <a:r>
              <a:rPr b="0" i="1" lang="fr-FR" sz="1100" spc="-1" strike="noStrike">
                <a:solidFill>
                  <a:srgbClr val="8e99a4"/>
                </a:solidFill>
                <a:latin typeface="Inter"/>
                <a:ea typeface="DejaVu Sans"/>
              </a:rPr>
              <a:t>Remplacez [ ] par [x] une fois le critère démontré.</a:t>
            </a:r>
            <a:endParaRPr b="0" lang="fr-FR" sz="1100" spc="-1" strike="noStrike">
              <a:latin typeface="Arial"/>
            </a:endParaRPr>
          </a:p>
        </p:txBody>
      </p:sp>
      <p:sp>
        <p:nvSpPr>
          <p:cNvPr id="496" name="TextBox 37"/>
          <p:cNvSpPr/>
          <p:nvPr/>
        </p:nvSpPr>
        <p:spPr>
          <a:xfrm>
            <a:off x="5943600" y="2616840"/>
            <a:ext cx="5603400" cy="18000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06" strike="noStrike">
                <a:solidFill>
                  <a:srgbClr val="f5a623"/>
                </a:solidFill>
                <a:latin typeface="Inter"/>
                <a:ea typeface="DejaVu Sans"/>
              </a:rPr>
              <a:t>DIFFICULTÉS RENCONTRÉES ET TEMPS PERDU</a:t>
            </a:r>
            <a:endParaRPr b="0" lang="fr-FR" sz="1100" spc="-1" strike="noStrike">
              <a:latin typeface="Arial"/>
            </a:endParaRPr>
          </a:p>
        </p:txBody>
      </p:sp>
      <p:sp>
        <p:nvSpPr>
          <p:cNvPr id="497" name="Zone à rédiger"/>
          <p:cNvSpPr/>
          <p:nvPr/>
        </p:nvSpPr>
        <p:spPr>
          <a:xfrm>
            <a:off x="5943600" y="2872440"/>
            <a:ext cx="5603400" cy="116856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rIns="137160" tIns="73080" bIns="73080" anchor="t">
            <a:noAutofit/>
          </a:bodyPr>
          <a:p>
            <a:pPr>
              <a:lnSpc>
                <a:spcPct val="100000"/>
              </a:lnSpc>
              <a:buNone/>
            </a:pPr>
            <a:r>
              <a:rPr b="0" i="1" lang="fr-FR" sz="1200" spc="-1" strike="noStrike">
                <a:solidFill>
                  <a:srgbClr val="8e99a4"/>
                </a:solidFill>
                <a:latin typeface="Inter"/>
                <a:ea typeface="DejaVu Sans"/>
              </a:rPr>
              <a:t>[Rédigez ici]</a:t>
            </a:r>
            <a:endParaRPr b="0" lang="fr-FR" sz="1200" spc="-1" strike="noStrike">
              <a:latin typeface="Arial"/>
            </a:endParaRPr>
          </a:p>
        </p:txBody>
      </p:sp>
      <p:sp>
        <p:nvSpPr>
          <p:cNvPr id="498" name="TextBox 39"/>
          <p:cNvSpPr/>
          <p:nvPr/>
        </p:nvSpPr>
        <p:spPr>
          <a:xfrm>
            <a:off x="5943600" y="4217040"/>
            <a:ext cx="5603400" cy="18000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06" strike="noStrike">
                <a:solidFill>
                  <a:srgbClr val="f5a623"/>
                </a:solidFill>
                <a:latin typeface="Inter"/>
                <a:ea typeface="DejaVu Sans"/>
              </a:rPr>
              <a:t>POINT DE REPRISE UTILISÉ (OUI / NON, LEQUEL)</a:t>
            </a:r>
            <a:endParaRPr b="0" lang="fr-FR" sz="1100" spc="-1" strike="noStrike">
              <a:latin typeface="Arial"/>
            </a:endParaRPr>
          </a:p>
        </p:txBody>
      </p:sp>
      <p:sp>
        <p:nvSpPr>
          <p:cNvPr id="499" name="Zone à rédiger"/>
          <p:cNvSpPr/>
          <p:nvPr/>
        </p:nvSpPr>
        <p:spPr>
          <a:xfrm>
            <a:off x="5943600" y="4472640"/>
            <a:ext cx="5603400" cy="61992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rIns="137160" tIns="73080" bIns="73080" anchor="t">
            <a:noAutofit/>
          </a:bodyPr>
          <a:p>
            <a:pPr>
              <a:lnSpc>
                <a:spcPct val="100000"/>
              </a:lnSpc>
              <a:buNone/>
            </a:pPr>
            <a:r>
              <a:rPr b="0" i="1" lang="fr-FR" sz="1200" spc="-1" strike="noStrike">
                <a:solidFill>
                  <a:srgbClr val="8e99a4"/>
                </a:solidFill>
                <a:latin typeface="Inter"/>
                <a:ea typeface="DejaVu Sans"/>
              </a:rPr>
              <a:t>[Rédigez ici]</a:t>
            </a:r>
            <a:endParaRPr b="0" lang="fr-FR" sz="1200" spc="-1" strike="noStrike">
              <a:latin typeface="Arial"/>
            </a:endParaRPr>
          </a:p>
        </p:txBody>
      </p:sp>
      <p:sp>
        <p:nvSpPr>
          <p:cNvPr id="500" name="TextBox 41"/>
          <p:cNvSpPr/>
          <p:nvPr/>
        </p:nvSpPr>
        <p:spPr>
          <a:xfrm>
            <a:off x="5943600" y="5268600"/>
            <a:ext cx="5603400" cy="18000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06" strike="noStrike">
                <a:solidFill>
                  <a:srgbClr val="f5a623"/>
                </a:solidFill>
                <a:latin typeface="Inter"/>
                <a:ea typeface="DejaVu Sans"/>
              </a:rPr>
              <a:t>CE QUE NOUS FERIONS AUTREMENT</a:t>
            </a:r>
            <a:endParaRPr b="0" lang="fr-FR" sz="1100" spc="-1" strike="noStrike">
              <a:latin typeface="Arial"/>
            </a:endParaRPr>
          </a:p>
        </p:txBody>
      </p:sp>
      <p:sp>
        <p:nvSpPr>
          <p:cNvPr id="501" name="Zone à rédiger"/>
          <p:cNvSpPr/>
          <p:nvPr/>
        </p:nvSpPr>
        <p:spPr>
          <a:xfrm>
            <a:off x="5943600" y="5524200"/>
            <a:ext cx="5603400" cy="60048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rIns="137160" tIns="73080" bIns="73080" anchor="t">
            <a:noAutofit/>
          </a:bodyPr>
          <a:p>
            <a:pPr>
              <a:lnSpc>
                <a:spcPct val="100000"/>
              </a:lnSpc>
              <a:buNone/>
            </a:pPr>
            <a:r>
              <a:rPr b="0" i="1" lang="fr-FR" sz="1200" spc="-1" strike="noStrike">
                <a:solidFill>
                  <a:srgbClr val="8e99a4"/>
                </a:solidFill>
                <a:latin typeface="Inter"/>
                <a:ea typeface="DejaVu Sans"/>
              </a:rPr>
              <a:t>[Rédigez ici]</a:t>
            </a:r>
            <a:endParaRPr b="0" lang="fr-FR" sz="1200" spc="-1" strike="noStrike">
              <a:latin typeface="Arial"/>
            </a:endParaRPr>
          </a:p>
        </p:txBody>
      </p:sp>
    </p:spTree>
  </p:cSld>
  <mc:AlternateContent>
    <mc:Choice Requires="p14">
      <p:transition spd="slow" p14:dur="2000"/>
    </mc:Choice>
    <mc:Fallback>
      <p:transition spd="slow"/>
    </mc:Fallback>
  </mc:AlternateContent>
</p:sld>
</file>

<file path=ppt/slides/slide3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02" name="PlaceHolder 1"/>
          <p:cNvSpPr>
            <a:spLocks noGrp="1"/>
          </p:cNvSpPr>
          <p:nvPr>
            <p:ph/>
          </p:nvPr>
        </p:nvSpPr>
        <p:spPr>
          <a:xfrm>
            <a:off x="640080" y="2011680"/>
            <a:ext cx="2741400" cy="1186920"/>
          </a:xfrm>
          <a:prstGeom prst="rect">
            <a:avLst/>
          </a:prstGeom>
          <a:noFill/>
          <a:ln w="0">
            <a:noFill/>
          </a:ln>
        </p:spPr>
        <p:txBody>
          <a:bodyPr lIns="90000" rIns="90000" tIns="45000" bIns="45000" anchor="t">
            <a:noAutofit/>
          </a:bodyPr>
          <a:p>
            <a:pPr>
              <a:lnSpc>
                <a:spcPct val="100000"/>
              </a:lnSpc>
              <a:spcBef>
                <a:spcPts val="1440"/>
              </a:spcBef>
              <a:buNone/>
              <a:tabLst>
                <a:tab algn="l" pos="0"/>
              </a:tabLst>
            </a:pPr>
            <a:r>
              <a:rPr b="0" lang="en-US" sz="7200" spc="-1" strike="noStrike">
                <a:solidFill>
                  <a:srgbClr val="f5a623"/>
                </a:solidFill>
                <a:latin typeface="Fraunces SemiBold"/>
                <a:ea typeface="Fraunces SemiBold"/>
              </a:rPr>
              <a:t>05</a:t>
            </a:r>
            <a:endParaRPr b="0" lang="fr-FR" sz="7200" spc="-1" strike="noStrike">
              <a:latin typeface="Arial"/>
            </a:endParaRPr>
          </a:p>
        </p:txBody>
      </p:sp>
      <p:sp>
        <p:nvSpPr>
          <p:cNvPr id="503" name="PlaceHolder 2"/>
          <p:cNvSpPr>
            <a:spLocks noGrp="1"/>
          </p:cNvSpPr>
          <p:nvPr>
            <p:ph type="title"/>
          </p:nvPr>
        </p:nvSpPr>
        <p:spPr>
          <a:xfrm>
            <a:off x="640080" y="3200400"/>
            <a:ext cx="6581880" cy="1644120"/>
          </a:xfrm>
          <a:prstGeom prst="rect">
            <a:avLst/>
          </a:prstGeom>
          <a:noFill/>
          <a:ln w="0">
            <a:noFill/>
          </a:ln>
        </p:spPr>
        <p:txBody>
          <a:bodyPr lIns="90000" rIns="90000" tIns="45000" bIns="45000" anchor="t">
            <a:noAutofit/>
          </a:bodyPr>
          <a:p>
            <a:pPr>
              <a:lnSpc>
                <a:spcPct val="100000"/>
              </a:lnSpc>
              <a:buNone/>
              <a:tabLst>
                <a:tab algn="l" pos="0"/>
              </a:tabLst>
            </a:pPr>
            <a:r>
              <a:rPr b="0" lang="en-US" sz="4200" spc="-1" strike="noStrike">
                <a:solidFill>
                  <a:srgbClr val="f7f6f2"/>
                </a:solidFill>
                <a:latin typeface="Fraunces SemiBold"/>
                <a:ea typeface="Fraunces SemiBold"/>
              </a:rPr>
              <a:t>Certifier, publier, gouverner</a:t>
            </a:r>
            <a:endParaRPr b="0" lang="fr-FR" sz="4200" spc="-1" strike="noStrike">
              <a:latin typeface="Arial"/>
            </a:endParaRPr>
          </a:p>
        </p:txBody>
      </p:sp>
      <p:sp>
        <p:nvSpPr>
          <p:cNvPr id="504" name="PlaceHolder 3"/>
          <p:cNvSpPr>
            <a:spLocks noGrp="1"/>
          </p:cNvSpPr>
          <p:nvPr>
            <p:ph type="sldNum" idx="36"/>
          </p:nvPr>
        </p:nvSpPr>
        <p:spPr>
          <a:xfrm>
            <a:off x="10820160" y="6309360"/>
            <a:ext cx="729720" cy="29088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EC2D72EE-B9E7-403A-B9F4-5E2FF947D01D}"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505" name="TextBox 25"/>
          <p:cNvSpPr/>
          <p:nvPr/>
        </p:nvSpPr>
        <p:spPr>
          <a:xfrm>
            <a:off x="640080" y="4892040"/>
            <a:ext cx="6399000" cy="559080"/>
          </a:xfrm>
          <a:prstGeom prst="rect">
            <a:avLst/>
          </a:prstGeom>
          <a:noFill/>
          <a:ln w="0">
            <a:noFill/>
          </a:ln>
        </p:spPr>
        <p:style>
          <a:lnRef idx="0"/>
          <a:fillRef idx="0"/>
          <a:effectRef idx="0"/>
          <a:fontRef idx="minor"/>
        </p:style>
        <p:txBody>
          <a:bodyPr lIns="0" rIns="0" tIns="0" bIns="0" anchor="t">
            <a:spAutoFit/>
          </a:bodyPr>
          <a:p>
            <a:pPr>
              <a:lnSpc>
                <a:spcPct val="115000"/>
              </a:lnSpc>
              <a:spcAft>
                <a:spcPts val="400"/>
              </a:spcAft>
              <a:buNone/>
            </a:pPr>
            <a:r>
              <a:rPr b="0" lang="fr-FR" sz="1600" spc="-1" strike="noStrike">
                <a:solidFill>
                  <a:srgbClr val="b8c0c8"/>
                </a:solidFill>
                <a:latin typeface="Inter"/>
                <a:ea typeface="DejaVu Sans"/>
              </a:rPr>
              <a:t>Séance 5 · Porte C · US-29 à 35. Historique sur trois couches, certificat, publication refusée puis acceptée, catalogue.</a:t>
            </a:r>
            <a:endParaRPr b="0" lang="fr-FR" sz="1600" spc="-1" strike="noStrike">
              <a:latin typeface="Arial"/>
            </a:endParaRPr>
          </a:p>
        </p:txBody>
      </p:sp>
    </p:spTree>
  </p:cSld>
  <mc:AlternateContent>
    <mc:Choice Requires="p14">
      <p:transition spd="slow" p14:dur="2000"/>
    </mc:Choice>
    <mc:Fallback>
      <p:transition spd="slow"/>
    </mc:Fallback>
  </mc:AlternateContent>
</p:sld>
</file>

<file path=ppt/slides/slide3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06" name="PlaceHolder 1"/>
          <p:cNvSpPr>
            <a:spLocks noGrp="1"/>
          </p:cNvSpPr>
          <p:nvPr>
            <p:ph type="title"/>
          </p:nvPr>
        </p:nvSpPr>
        <p:spPr>
          <a:xfrm>
            <a:off x="640080" y="502920"/>
            <a:ext cx="10906920" cy="729720"/>
          </a:xfrm>
          <a:prstGeom prst="rect">
            <a:avLst/>
          </a:prstGeom>
          <a:noFill/>
          <a:ln w="0">
            <a:noFill/>
          </a:ln>
        </p:spPr>
        <p:txBody>
          <a:bodyPr lIns="0" rIns="0" tIns="0" bIns="0" anchor="t">
            <a:noAutofit/>
          </a:bodyPr>
          <a:p>
            <a:pPr>
              <a:lnSpc>
                <a:spcPct val="100000"/>
              </a:lnSpc>
              <a:buNone/>
              <a:tabLst>
                <a:tab algn="l" pos="0"/>
              </a:tabLst>
            </a:pPr>
            <a:r>
              <a:rPr b="0" lang="en-US" sz="2800" spc="-1" strike="noStrike">
                <a:solidFill>
                  <a:srgbClr val="f7f6f2"/>
                </a:solidFill>
                <a:latin typeface="Fraunces SemiBold"/>
                <a:ea typeface="Fraunces SemiBold"/>
              </a:rPr>
              <a:t>Historique des mesures et courbes d'évolution</a:t>
            </a:r>
            <a:endParaRPr b="0" lang="fr-FR" sz="2800" spc="-1" strike="noStrike">
              <a:latin typeface="Arial"/>
            </a:endParaRPr>
          </a:p>
        </p:txBody>
      </p:sp>
      <p:sp>
        <p:nvSpPr>
          <p:cNvPr id="507" name="PlaceHolder 2"/>
          <p:cNvSpPr>
            <a:spLocks noGrp="1"/>
          </p:cNvSpPr>
          <p:nvPr>
            <p:ph type="sldNum" idx="37"/>
          </p:nvPr>
        </p:nvSpPr>
        <p:spPr>
          <a:xfrm>
            <a:off x="10820160" y="6309360"/>
            <a:ext cx="729720" cy="29088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3E1F4B04-49D5-4B6F-8AC2-B9733AE753C3}"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508" name="TextBox 25"/>
          <p:cNvSpPr/>
          <p:nvPr/>
        </p:nvSpPr>
        <p:spPr>
          <a:xfrm>
            <a:off x="640080" y="283680"/>
            <a:ext cx="8044920" cy="18000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88" strike="noStrike">
                <a:solidFill>
                  <a:srgbClr val="f5a623"/>
                </a:solidFill>
                <a:latin typeface="Inter"/>
                <a:ea typeface="DejaVu Sans"/>
              </a:rPr>
              <a:t>S5 · US-29, 30</a:t>
            </a:r>
            <a:endParaRPr b="0" lang="fr-FR" sz="1100" spc="-1" strike="noStrike">
              <a:latin typeface="Arial"/>
            </a:endParaRPr>
          </a:p>
        </p:txBody>
      </p:sp>
      <p:sp>
        <p:nvSpPr>
          <p:cNvPr id="509" name="TextBox 26"/>
          <p:cNvSpPr/>
          <p:nvPr/>
        </p:nvSpPr>
        <p:spPr>
          <a:xfrm>
            <a:off x="6976800" y="291960"/>
            <a:ext cx="4570200" cy="163440"/>
          </a:xfrm>
          <a:prstGeom prst="rect">
            <a:avLst/>
          </a:prstGeom>
          <a:noFill/>
          <a:ln w="0">
            <a:noFill/>
          </a:ln>
        </p:spPr>
        <p:style>
          <a:lnRef idx="0"/>
          <a:fillRef idx="0"/>
          <a:effectRef idx="0"/>
          <a:fontRef idx="minor"/>
        </p:style>
        <p:txBody>
          <a:bodyPr lIns="0" rIns="0" tIns="0" bIns="0" anchor="ctr">
            <a:spAutoFit/>
          </a:bodyPr>
          <a:p>
            <a:pPr algn="r">
              <a:lnSpc>
                <a:spcPct val="108000"/>
              </a:lnSpc>
              <a:spcAft>
                <a:spcPts val="400"/>
              </a:spcAft>
              <a:buNone/>
            </a:pPr>
            <a:r>
              <a:rPr b="1" lang="fr-FR" sz="1000" spc="106" strike="noStrike">
                <a:solidFill>
                  <a:srgbClr val="0f9b8e"/>
                </a:solidFill>
                <a:latin typeface="Inter"/>
                <a:ea typeface="DejaVu Sans"/>
              </a:rPr>
              <a:t>CRITÈRE : PREUVE ET CERTIFICAT · 20 %</a:t>
            </a:r>
            <a:endParaRPr b="0" lang="fr-FR" sz="1000" spc="-1" strike="noStrike">
              <a:latin typeface="Arial"/>
            </a:endParaRPr>
          </a:p>
        </p:txBody>
      </p:sp>
      <p:sp>
        <p:nvSpPr>
          <p:cNvPr id="510" name="Attendu"/>
          <p:cNvSpPr/>
          <p:nvPr/>
        </p:nvSpPr>
        <p:spPr>
          <a:xfrm>
            <a:off x="640080" y="1325880"/>
            <a:ext cx="10906920" cy="132120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511" name="Attendu barre"/>
          <p:cNvSpPr/>
          <p:nvPr/>
        </p:nvSpPr>
        <p:spPr>
          <a:xfrm>
            <a:off x="640080" y="1325880"/>
            <a:ext cx="80640" cy="132120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512" name="Icône target" descr="Icône target"/>
          <p:cNvPicPr/>
          <p:nvPr/>
        </p:nvPicPr>
        <p:blipFill>
          <a:blip r:embed="rId1"/>
          <a:stretch/>
        </p:blipFill>
        <p:spPr>
          <a:xfrm>
            <a:off x="896040" y="1435680"/>
            <a:ext cx="272520" cy="272520"/>
          </a:xfrm>
          <a:prstGeom prst="rect">
            <a:avLst/>
          </a:prstGeom>
          <a:ln w="0">
            <a:noFill/>
          </a:ln>
        </p:spPr>
      </p:pic>
      <p:sp>
        <p:nvSpPr>
          <p:cNvPr id="513" name="TextBox 30"/>
          <p:cNvSpPr/>
          <p:nvPr/>
        </p:nvSpPr>
        <p:spPr>
          <a:xfrm>
            <a:off x="1261800" y="1473480"/>
            <a:ext cx="7313400" cy="19620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200" spc="126" strike="noStrike">
                <a:solidFill>
                  <a:srgbClr val="f5a623"/>
                </a:solidFill>
                <a:latin typeface="Inter"/>
                <a:ea typeface="DejaVu Sans"/>
              </a:rPr>
              <a:t>ATTENDU SUR CETTE PAGE</a:t>
            </a:r>
            <a:endParaRPr b="0" lang="fr-FR" sz="1200" spc="-1" strike="noStrike">
              <a:latin typeface="Arial"/>
            </a:endParaRPr>
          </a:p>
        </p:txBody>
      </p:sp>
      <p:sp>
        <p:nvSpPr>
          <p:cNvPr id="514" name="TextBox 31"/>
          <p:cNvSpPr/>
          <p:nvPr/>
        </p:nvSpPr>
        <p:spPr>
          <a:xfrm>
            <a:off x="914400" y="1783080"/>
            <a:ext cx="10358280" cy="717480"/>
          </a:xfrm>
          <a:prstGeom prst="rect">
            <a:avLst/>
          </a:prstGeom>
          <a:noFill/>
          <a:ln w="0">
            <a:noFill/>
          </a:ln>
        </p:spPr>
        <p:style>
          <a:lnRef idx="0"/>
          <a:fillRef idx="0"/>
          <a:effectRef idx="0"/>
          <a:fontRef idx="minor"/>
        </p:style>
        <p:txBody>
          <a:bodyPr lIns="0" rIns="0" tIns="0" bIns="0" anchor="t">
            <a:spAutoFit/>
          </a:bodyPr>
          <a:p>
            <a:pPr marL="182880" indent="-182880">
              <a:lnSpc>
                <a:spcPct val="108000"/>
              </a:lnSpc>
              <a:spcAft>
                <a:spcPts val="300"/>
              </a:spcAft>
              <a:buClr>
                <a:srgbClr val="f5a623"/>
              </a:buClr>
              <a:buFont typeface="Symbol"/>
              <a:buChar char=""/>
            </a:pPr>
            <a:r>
              <a:rPr b="1" lang="fr-FR" sz="1300" spc="-1" strike="noStrike">
                <a:solidFill>
                  <a:srgbClr val="f5a623"/>
                </a:solidFill>
                <a:latin typeface="Inter"/>
                <a:ea typeface="DejaVu Sans"/>
              </a:rPr>
              <a:t>Une mesure par couche</a:t>
            </a:r>
            <a:r>
              <a:rPr b="0" lang="fr-FR" sz="1300" spc="-1" strike="noStrike">
                <a:solidFill>
                  <a:srgbClr val="f7f6f2"/>
                </a:solidFill>
                <a:latin typeface="Inter"/>
                <a:ea typeface="DejaVu Sans"/>
              </a:rPr>
              <a:t> où la règle s'applique, pour chaque règle ; les couches non applicables sont </a:t>
            </a:r>
            <a:r>
              <a:rPr b="1" lang="fr-FR" sz="1300" spc="-1" strike="noStrike">
                <a:solidFill>
                  <a:srgbClr val="f5a623"/>
                </a:solidFill>
                <a:latin typeface="Inter"/>
                <a:ea typeface="DejaVu Sans"/>
              </a:rPr>
              <a:t>justifiées</a:t>
            </a:r>
            <a:r>
              <a:rPr b="0" lang="fr-FR" sz="1300" spc="-1" strike="noStrike">
                <a:solidFill>
                  <a:srgbClr val="f7f6f2"/>
                </a:solidFill>
                <a:latin typeface="Inter"/>
                <a:ea typeface="DejaVu Sans"/>
              </a:rPr>
              <a:t>.</a:t>
            </a:r>
            <a:endParaRPr b="0" lang="fr-FR" sz="1300" spc="-1" strike="noStrike">
              <a:latin typeface="Arial"/>
            </a:endParaRPr>
          </a:p>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Toute règle qui </a:t>
            </a:r>
            <a:r>
              <a:rPr b="1" lang="fr-FR" sz="1300" spc="-1" strike="noStrike">
                <a:solidFill>
                  <a:srgbClr val="f5a623"/>
                </a:solidFill>
                <a:latin typeface="Inter"/>
                <a:ea typeface="DejaVu Sans"/>
              </a:rPr>
              <a:t>descend</a:t>
            </a:r>
            <a:r>
              <a:rPr b="0" lang="fr-FR" sz="1300" spc="-1" strike="noStrike">
                <a:solidFill>
                  <a:srgbClr val="f7f6f2"/>
                </a:solidFill>
                <a:latin typeface="Inter"/>
                <a:ea typeface="DejaVu Sans"/>
              </a:rPr>
              <a:t> d'une couche à l'autre est </a:t>
            </a:r>
            <a:r>
              <a:rPr b="1" lang="fr-FR" sz="1300" spc="-1" strike="noStrike">
                <a:solidFill>
                  <a:srgbClr val="f5a623"/>
                </a:solidFill>
                <a:latin typeface="Inter"/>
                <a:ea typeface="DejaVu Sans"/>
              </a:rPr>
              <a:t>expliquée</a:t>
            </a:r>
            <a:r>
              <a:rPr b="0" lang="fr-FR" sz="1300" spc="-1" strike="noStrike">
                <a:solidFill>
                  <a:srgbClr val="f7f6f2"/>
                </a:solidFill>
                <a:latin typeface="Inter"/>
                <a:ea typeface="DejaVu Sans"/>
              </a:rPr>
              <a:t> (filtre, conversion, effet de la quarantaine).</a:t>
            </a:r>
            <a:endParaRPr b="0" lang="fr-FR" sz="1300" spc="-1" strike="noStrike">
              <a:latin typeface="Arial"/>
            </a:endParaRPr>
          </a:p>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Une </a:t>
            </a:r>
            <a:r>
              <a:rPr b="1" lang="fr-FR" sz="1300" spc="-1" strike="noStrike">
                <a:solidFill>
                  <a:srgbClr val="f5a623"/>
                </a:solidFill>
                <a:latin typeface="Inter"/>
                <a:ea typeface="DejaVu Sans"/>
              </a:rPr>
              <a:t>courbe par dimension</a:t>
            </a:r>
            <a:r>
              <a:rPr b="0" lang="fr-FR" sz="1300" spc="-1" strike="noStrike">
                <a:solidFill>
                  <a:srgbClr val="f7f6f2"/>
                </a:solidFill>
                <a:latin typeface="Inter"/>
                <a:ea typeface="DejaVu Sans"/>
              </a:rPr>
              <a:t> (image insérée ci-dessous).</a:t>
            </a:r>
            <a:endParaRPr b="0" lang="fr-FR" sz="1300" spc="-1" strike="noStrike">
              <a:latin typeface="Arial"/>
            </a:endParaRPr>
          </a:p>
        </p:txBody>
      </p:sp>
      <p:graphicFrame>
        <p:nvGraphicFramePr>
          <p:cNvPr id="515" name="Table 32"/>
          <p:cNvGraphicFramePr/>
          <p:nvPr/>
        </p:nvGraphicFramePr>
        <p:xfrm>
          <a:off x="640080" y="2786040"/>
          <a:ext cx="10908360" cy="1974240"/>
        </p:xfrm>
        <a:graphic>
          <a:graphicData uri="http://schemas.openxmlformats.org/drawingml/2006/table">
            <a:tbl>
              <a:tblPr/>
              <a:tblGrid>
                <a:gridCol w="1005840"/>
                <a:gridCol w="1463040"/>
                <a:gridCol w="1005840"/>
                <a:gridCol w="1005840"/>
                <a:gridCol w="1005840"/>
                <a:gridCol w="1371600"/>
                <a:gridCol w="4050720"/>
              </a:tblGrid>
              <a:tr h="329040">
                <a:tc>
                  <a:txBody>
                    <a:bodyPr lIns="73080" rIns="73080" anchor="ctr">
                      <a:noAutofit/>
                    </a:bodyPr>
                    <a:p>
                      <a:pPr>
                        <a:lnSpc>
                          <a:spcPct val="100000"/>
                        </a:lnSpc>
                        <a:buNone/>
                      </a:pPr>
                      <a:r>
                        <a:rPr b="1" lang="en-US" sz="1000" spc="46" strike="noStrike">
                          <a:solidFill>
                            <a:srgbClr val="f5a623"/>
                          </a:solidFill>
                          <a:latin typeface="Inter"/>
                        </a:rPr>
                        <a:t>Règle</a:t>
                      </a:r>
                      <a:endParaRPr b="0" lang="fr-FR" sz="10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00" spc="46" strike="noStrike">
                          <a:solidFill>
                            <a:srgbClr val="f5a623"/>
                          </a:solidFill>
                          <a:latin typeface="Inter"/>
                        </a:rPr>
                        <a:t>Dimension</a:t>
                      </a:r>
                      <a:endParaRPr b="0" lang="fr-FR" sz="10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00" spc="46" strike="noStrike">
                          <a:solidFill>
                            <a:srgbClr val="f5a623"/>
                          </a:solidFill>
                          <a:latin typeface="Inter"/>
                        </a:rPr>
                        <a:t>Bronze</a:t>
                      </a:r>
                      <a:endParaRPr b="0" lang="fr-FR" sz="10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00" spc="46" strike="noStrike">
                          <a:solidFill>
                            <a:srgbClr val="f5a623"/>
                          </a:solidFill>
                          <a:latin typeface="Inter"/>
                        </a:rPr>
                        <a:t>Silver</a:t>
                      </a:r>
                      <a:endParaRPr b="0" lang="fr-FR" sz="10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00" spc="46" strike="noStrike">
                          <a:solidFill>
                            <a:srgbClr val="f5a623"/>
                          </a:solidFill>
                          <a:latin typeface="Inter"/>
                        </a:rPr>
                        <a:t>Gold</a:t>
                      </a:r>
                      <a:endParaRPr b="0" lang="fr-FR" sz="10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00" spc="46" strike="noStrike">
                          <a:solidFill>
                            <a:srgbClr val="f5a623"/>
                          </a:solidFill>
                          <a:latin typeface="Inter"/>
                        </a:rPr>
                        <a:t>Évolution</a:t>
                      </a:r>
                      <a:endParaRPr b="0" lang="fr-FR" sz="10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00" spc="46" strike="noStrike">
                          <a:solidFill>
                            <a:srgbClr val="f5a623"/>
                          </a:solidFill>
                          <a:latin typeface="Inter"/>
                        </a:rPr>
                        <a:t>Explication</a:t>
                      </a:r>
                      <a:endParaRPr b="0" lang="fr-FR" sz="10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r>
              <a:tr h="329040">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29040">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29040">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29040">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29400">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bl>
          </a:graphicData>
        </a:graphic>
      </p:graphicFrame>
      <p:sp>
        <p:nvSpPr>
          <p:cNvPr id="516" name="TextBox 33"/>
          <p:cNvSpPr/>
          <p:nvPr/>
        </p:nvSpPr>
        <p:spPr>
          <a:xfrm>
            <a:off x="640080" y="4935600"/>
            <a:ext cx="10906920" cy="18000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06" strike="noStrike">
                <a:solidFill>
                  <a:srgbClr val="f5a623"/>
                </a:solidFill>
                <a:latin typeface="Inter"/>
                <a:ea typeface="DejaVu Sans"/>
              </a:rPr>
              <a:t>COURBES (INSÉREZ L'IMAGE, CHEMIN DU FICHIER DANS LE DÉPÔT)</a:t>
            </a:r>
            <a:endParaRPr b="0" lang="fr-FR" sz="1100" spc="-1" strike="noStrike">
              <a:latin typeface="Arial"/>
            </a:endParaRPr>
          </a:p>
        </p:txBody>
      </p:sp>
      <p:sp>
        <p:nvSpPr>
          <p:cNvPr id="517" name="Zone à rédiger"/>
          <p:cNvSpPr/>
          <p:nvPr/>
        </p:nvSpPr>
        <p:spPr>
          <a:xfrm>
            <a:off x="640080" y="5191200"/>
            <a:ext cx="10906920" cy="93348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rIns="137160" tIns="73080" bIns="73080" anchor="t">
            <a:noAutofit/>
          </a:bodyPr>
          <a:p>
            <a:pPr>
              <a:lnSpc>
                <a:spcPct val="100000"/>
              </a:lnSpc>
              <a:buNone/>
            </a:pPr>
            <a:r>
              <a:rPr b="0" i="1" lang="fr-FR" sz="1200" spc="-1" strike="noStrike">
                <a:solidFill>
                  <a:srgbClr val="8e99a4"/>
                </a:solidFill>
                <a:latin typeface="Inter"/>
                <a:ea typeface="DejaVu Sans"/>
              </a:rPr>
              <a:t>[Insérez ici les courbes par dimension et par couche]</a:t>
            </a:r>
            <a:endParaRPr b="0" lang="fr-FR" sz="1200" spc="-1" strike="noStrike">
              <a:latin typeface="Arial"/>
            </a:endParaRPr>
          </a:p>
        </p:txBody>
      </p:sp>
    </p:spTree>
  </p:cSld>
  <mc:AlternateContent>
    <mc:Choice Requires="p14">
      <p:transition spd="slow" p14:dur="2000"/>
    </mc:Choice>
    <mc:Fallback>
      <p:transition spd="slow"/>
    </mc:Fallback>
  </mc:AlternateContent>
</p:sld>
</file>

<file path=ppt/slides/slide3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18" name="PlaceHolder 1"/>
          <p:cNvSpPr>
            <a:spLocks noGrp="1"/>
          </p:cNvSpPr>
          <p:nvPr>
            <p:ph type="title"/>
          </p:nvPr>
        </p:nvSpPr>
        <p:spPr>
          <a:xfrm>
            <a:off x="640080" y="502920"/>
            <a:ext cx="10906920" cy="729720"/>
          </a:xfrm>
          <a:prstGeom prst="rect">
            <a:avLst/>
          </a:prstGeom>
          <a:noFill/>
          <a:ln w="0">
            <a:noFill/>
          </a:ln>
        </p:spPr>
        <p:txBody>
          <a:bodyPr lIns="0" rIns="0" tIns="0" bIns="0" anchor="t">
            <a:noAutofit/>
          </a:bodyPr>
          <a:p>
            <a:pPr>
              <a:lnSpc>
                <a:spcPct val="100000"/>
              </a:lnSpc>
              <a:buNone/>
              <a:tabLst>
                <a:tab algn="l" pos="0"/>
              </a:tabLst>
            </a:pPr>
            <a:r>
              <a:rPr b="0" lang="en-US" sz="2800" spc="-1" strike="noStrike">
                <a:solidFill>
                  <a:srgbClr val="f7f6f2"/>
                </a:solidFill>
                <a:latin typeface="Fraunces SemiBold"/>
                <a:ea typeface="Fraunces SemiBold"/>
              </a:rPr>
              <a:t>Certificat de qualité : GO ou NO_GO</a:t>
            </a:r>
            <a:endParaRPr b="0" lang="fr-FR" sz="2800" spc="-1" strike="noStrike">
              <a:latin typeface="Arial"/>
            </a:endParaRPr>
          </a:p>
        </p:txBody>
      </p:sp>
      <p:sp>
        <p:nvSpPr>
          <p:cNvPr id="519" name="PlaceHolder 2"/>
          <p:cNvSpPr>
            <a:spLocks noGrp="1"/>
          </p:cNvSpPr>
          <p:nvPr>
            <p:ph type="sldNum" idx="38"/>
          </p:nvPr>
        </p:nvSpPr>
        <p:spPr>
          <a:xfrm>
            <a:off x="10820160" y="6309360"/>
            <a:ext cx="729720" cy="29088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B6F6D25E-3E56-4EC7-BD40-28D4D7A399AF}"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520" name="TextBox 25"/>
          <p:cNvSpPr/>
          <p:nvPr/>
        </p:nvSpPr>
        <p:spPr>
          <a:xfrm>
            <a:off x="640080" y="283680"/>
            <a:ext cx="8044920" cy="18000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88" strike="noStrike">
                <a:solidFill>
                  <a:srgbClr val="f5a623"/>
                </a:solidFill>
                <a:latin typeface="Inter"/>
                <a:ea typeface="DejaVu Sans"/>
              </a:rPr>
              <a:t>S5 · US-31</a:t>
            </a:r>
            <a:endParaRPr b="0" lang="fr-FR" sz="1100" spc="-1" strike="noStrike">
              <a:latin typeface="Arial"/>
            </a:endParaRPr>
          </a:p>
        </p:txBody>
      </p:sp>
      <p:sp>
        <p:nvSpPr>
          <p:cNvPr id="521" name="TextBox 26"/>
          <p:cNvSpPr/>
          <p:nvPr/>
        </p:nvSpPr>
        <p:spPr>
          <a:xfrm>
            <a:off x="6976800" y="291960"/>
            <a:ext cx="4570200" cy="163440"/>
          </a:xfrm>
          <a:prstGeom prst="rect">
            <a:avLst/>
          </a:prstGeom>
          <a:noFill/>
          <a:ln w="0">
            <a:noFill/>
          </a:ln>
        </p:spPr>
        <p:style>
          <a:lnRef idx="0"/>
          <a:fillRef idx="0"/>
          <a:effectRef idx="0"/>
          <a:fontRef idx="minor"/>
        </p:style>
        <p:txBody>
          <a:bodyPr lIns="0" rIns="0" tIns="0" bIns="0" anchor="ctr">
            <a:spAutoFit/>
          </a:bodyPr>
          <a:p>
            <a:pPr algn="r">
              <a:lnSpc>
                <a:spcPct val="108000"/>
              </a:lnSpc>
              <a:spcAft>
                <a:spcPts val="400"/>
              </a:spcAft>
              <a:buNone/>
            </a:pPr>
            <a:r>
              <a:rPr b="1" lang="fr-FR" sz="1000" spc="106" strike="noStrike">
                <a:solidFill>
                  <a:srgbClr val="0f9b8e"/>
                </a:solidFill>
                <a:latin typeface="Inter"/>
                <a:ea typeface="DejaVu Sans"/>
              </a:rPr>
              <a:t>CRITÈRE : PREUVE ET CERTIFICAT · 20 %</a:t>
            </a:r>
            <a:endParaRPr b="0" lang="fr-FR" sz="1000" spc="-1" strike="noStrike">
              <a:latin typeface="Arial"/>
            </a:endParaRPr>
          </a:p>
        </p:txBody>
      </p:sp>
      <p:sp>
        <p:nvSpPr>
          <p:cNvPr id="522" name="Attendu"/>
          <p:cNvSpPr/>
          <p:nvPr/>
        </p:nvSpPr>
        <p:spPr>
          <a:xfrm>
            <a:off x="640080" y="1325880"/>
            <a:ext cx="10906920" cy="132120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523" name="Attendu barre"/>
          <p:cNvSpPr/>
          <p:nvPr/>
        </p:nvSpPr>
        <p:spPr>
          <a:xfrm>
            <a:off x="640080" y="1325880"/>
            <a:ext cx="80640" cy="132120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524" name="Icône target" descr="Icône target"/>
          <p:cNvPicPr/>
          <p:nvPr/>
        </p:nvPicPr>
        <p:blipFill>
          <a:blip r:embed="rId1"/>
          <a:stretch/>
        </p:blipFill>
        <p:spPr>
          <a:xfrm>
            <a:off x="896040" y="1435680"/>
            <a:ext cx="272520" cy="272520"/>
          </a:xfrm>
          <a:prstGeom prst="rect">
            <a:avLst/>
          </a:prstGeom>
          <a:ln w="0">
            <a:noFill/>
          </a:ln>
        </p:spPr>
      </p:pic>
      <p:sp>
        <p:nvSpPr>
          <p:cNvPr id="525" name="TextBox 30"/>
          <p:cNvSpPr/>
          <p:nvPr/>
        </p:nvSpPr>
        <p:spPr>
          <a:xfrm>
            <a:off x="1261800" y="1473480"/>
            <a:ext cx="7313400" cy="19620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200" spc="126" strike="noStrike">
                <a:solidFill>
                  <a:srgbClr val="f5a623"/>
                </a:solidFill>
                <a:latin typeface="Inter"/>
                <a:ea typeface="DejaVu Sans"/>
              </a:rPr>
              <a:t>ATTENDU SUR CETTE PAGE</a:t>
            </a:r>
            <a:endParaRPr b="0" lang="fr-FR" sz="1200" spc="-1" strike="noStrike">
              <a:latin typeface="Arial"/>
            </a:endParaRPr>
          </a:p>
        </p:txBody>
      </p:sp>
      <p:sp>
        <p:nvSpPr>
          <p:cNvPr id="526" name="TextBox 31"/>
          <p:cNvSpPr/>
          <p:nvPr/>
        </p:nvSpPr>
        <p:spPr>
          <a:xfrm>
            <a:off x="914400" y="1783080"/>
            <a:ext cx="10358280" cy="717480"/>
          </a:xfrm>
          <a:prstGeom prst="rect">
            <a:avLst/>
          </a:prstGeom>
          <a:noFill/>
          <a:ln w="0">
            <a:noFill/>
          </a:ln>
        </p:spPr>
        <p:style>
          <a:lnRef idx="0"/>
          <a:fillRef idx="0"/>
          <a:effectRef idx="0"/>
          <a:fontRef idx="minor"/>
        </p:style>
        <p:txBody>
          <a:bodyPr lIns="0" rIns="0" tIns="0" bIns="0" anchor="t">
            <a:spAutoFit/>
          </a:bodyPr>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Le certificat est </a:t>
            </a:r>
            <a:r>
              <a:rPr b="1" lang="fr-FR" sz="1300" spc="-1" strike="noStrike">
                <a:solidFill>
                  <a:srgbClr val="f5a623"/>
                </a:solidFill>
                <a:latin typeface="Inter"/>
                <a:ea typeface="DejaVu Sans"/>
              </a:rPr>
              <a:t>produit par requête</a:t>
            </a:r>
            <a:r>
              <a:rPr b="0" lang="fr-FR" sz="1300" spc="-1" strike="noStrike">
                <a:solidFill>
                  <a:srgbClr val="f7f6f2"/>
                </a:solidFill>
                <a:latin typeface="Inter"/>
                <a:ea typeface="DejaVu Sans"/>
              </a:rPr>
              <a:t> et lié à une </a:t>
            </a:r>
            <a:r>
              <a:rPr b="1" lang="fr-FR" sz="1300" spc="-1" strike="noStrike">
                <a:solidFill>
                  <a:srgbClr val="f5a623"/>
                </a:solidFill>
                <a:latin typeface="Inter"/>
                <a:ea typeface="DejaVu Sans"/>
              </a:rPr>
              <a:t>empreinte</a:t>
            </a:r>
            <a:r>
              <a:rPr b="0" lang="fr-FR" sz="1300" spc="-1" strike="noStrike">
                <a:solidFill>
                  <a:srgbClr val="f7f6f2"/>
                </a:solidFill>
                <a:latin typeface="Inter"/>
                <a:ea typeface="DejaVu Sans"/>
              </a:rPr>
              <a:t> du gold.</a:t>
            </a:r>
            <a:endParaRPr b="0" lang="fr-FR" sz="1300" spc="-1" strike="noStrike">
              <a:latin typeface="Arial"/>
            </a:endParaRPr>
          </a:p>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a:t>
            </a:r>
            <a:r>
              <a:rPr b="1" lang="fr-FR" sz="1300" spc="-1" strike="noStrike">
                <a:solidFill>
                  <a:srgbClr val="f5a623"/>
                </a:solidFill>
                <a:latin typeface="Inter"/>
                <a:ea typeface="DejaVu Sans"/>
              </a:rPr>
              <a:t>épreuve du NO_GO</a:t>
            </a:r>
            <a:r>
              <a:rPr b="0" lang="fr-FR" sz="1300" spc="-1" strike="noStrike">
                <a:solidFill>
                  <a:srgbClr val="f7f6f2"/>
                </a:solidFill>
                <a:latin typeface="Inter"/>
                <a:ea typeface="DejaVu Sans"/>
              </a:rPr>
              <a:t> : lot volontairement dégradé, décision obtenue, preuve.</a:t>
            </a:r>
            <a:endParaRPr b="0" lang="fr-FR" sz="1300" spc="-1" strike="noStrike">
              <a:latin typeface="Arial"/>
            </a:endParaRPr>
          </a:p>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Les règles bloquantes </a:t>
            </a:r>
            <a:r>
              <a:rPr b="1" lang="fr-FR" sz="1300" spc="-1" strike="noStrike">
                <a:solidFill>
                  <a:srgbClr val="f5a623"/>
                </a:solidFill>
                <a:latin typeface="Inter"/>
                <a:ea typeface="DejaVu Sans"/>
              </a:rPr>
              <a:t>non mesurées</a:t>
            </a:r>
            <a:r>
              <a:rPr b="0" lang="fr-FR" sz="1300" spc="-1" strike="noStrike">
                <a:solidFill>
                  <a:srgbClr val="f7f6f2"/>
                </a:solidFill>
                <a:latin typeface="Inter"/>
                <a:ea typeface="DejaVu Sans"/>
              </a:rPr>
              <a:t> par votre pipeline, donc non couvertes.</a:t>
            </a:r>
            <a:endParaRPr b="0" lang="fr-FR" sz="1300" spc="-1" strike="noStrike">
              <a:latin typeface="Arial"/>
            </a:endParaRPr>
          </a:p>
        </p:txBody>
      </p:sp>
      <p:graphicFrame>
        <p:nvGraphicFramePr>
          <p:cNvPr id="527" name="Table 32"/>
          <p:cNvGraphicFramePr/>
          <p:nvPr/>
        </p:nvGraphicFramePr>
        <p:xfrm>
          <a:off x="640080" y="2786040"/>
          <a:ext cx="6949080" cy="2340000"/>
        </p:xfrm>
        <a:graphic>
          <a:graphicData uri="http://schemas.openxmlformats.org/drawingml/2006/table">
            <a:tbl>
              <a:tblPr/>
              <a:tblGrid>
                <a:gridCol w="4023360"/>
                <a:gridCol w="2926080"/>
              </a:tblGrid>
              <a:tr h="292320">
                <a:tc>
                  <a:txBody>
                    <a:bodyPr lIns="73080" rIns="73080" anchor="ctr">
                      <a:noAutofit/>
                    </a:bodyPr>
                    <a:p>
                      <a:pPr>
                        <a:lnSpc>
                          <a:spcPct val="100000"/>
                        </a:lnSpc>
                        <a:buNone/>
                      </a:pPr>
                      <a:r>
                        <a:rPr b="1" lang="en-US" sz="1000" spc="46" strike="noStrike">
                          <a:solidFill>
                            <a:srgbClr val="f5a623"/>
                          </a:solidFill>
                          <a:latin typeface="Inter"/>
                        </a:rPr>
                        <a:t>Élément</a:t>
                      </a:r>
                      <a:endParaRPr b="0" lang="fr-FR" sz="10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00" spc="46" strike="noStrike">
                          <a:solidFill>
                            <a:srgbClr val="f5a623"/>
                          </a:solidFill>
                          <a:latin typeface="Inter"/>
                        </a:rPr>
                        <a:t>Valeur</a:t>
                      </a:r>
                      <a:endParaRPr b="0" lang="fr-FR" sz="10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r>
              <a:tr h="292320">
                <a:tc>
                  <a:txBody>
                    <a:bodyPr lIns="73080" rIns="73080" anchor="ctr">
                      <a:noAutofit/>
                    </a:bodyPr>
                    <a:p>
                      <a:pPr>
                        <a:lnSpc>
                          <a:spcPct val="100000"/>
                        </a:lnSpc>
                        <a:buNone/>
                      </a:pPr>
                      <a:r>
                        <a:rPr b="1" lang="en-US" sz="1100" spc="-1" strike="noStrike">
                          <a:solidFill>
                            <a:srgbClr val="f7f6f2"/>
                          </a:solidFill>
                          <a:latin typeface="Inter"/>
                        </a:rPr>
                        <a:t>Numéro du certificat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292320">
                <a:tc>
                  <a:txBody>
                    <a:bodyPr lIns="73080" rIns="73080" anchor="ctr">
                      <a:noAutofit/>
                    </a:bodyPr>
                    <a:p>
                      <a:pPr>
                        <a:lnSpc>
                          <a:spcPct val="100000"/>
                        </a:lnSpc>
                        <a:buNone/>
                      </a:pPr>
                      <a:r>
                        <a:rPr b="1" lang="en-US" sz="1100" spc="-1" strike="noStrike">
                          <a:solidFill>
                            <a:srgbClr val="f7f6f2"/>
                          </a:solidFill>
                          <a:latin typeface="Inter"/>
                        </a:rPr>
                        <a:t>Lot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292320">
                <a:tc>
                  <a:txBody>
                    <a:bodyPr lIns="73080" rIns="73080" anchor="ctr">
                      <a:noAutofit/>
                    </a:bodyPr>
                    <a:p>
                      <a:pPr>
                        <a:lnSpc>
                          <a:spcPct val="100000"/>
                        </a:lnSpc>
                        <a:buNone/>
                      </a:pPr>
                      <a:r>
                        <a:rPr b="1" lang="en-US" sz="1100" spc="-1" strike="noStrike">
                          <a:solidFill>
                            <a:srgbClr val="f7f6f2"/>
                          </a:solidFill>
                          <a:latin typeface="Inter"/>
                        </a:rPr>
                        <a:t>Décision (GO ou NO_GO)</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292320">
                <a:tc>
                  <a:txBody>
                    <a:bodyPr lIns="73080" rIns="73080" anchor="ctr">
                      <a:noAutofit/>
                    </a:bodyPr>
                    <a:p>
                      <a:pPr>
                        <a:lnSpc>
                          <a:spcPct val="100000"/>
                        </a:lnSpc>
                        <a:buNone/>
                      </a:pPr>
                      <a:r>
                        <a:rPr b="1" lang="en-US" sz="1100" spc="-1" strike="noStrike">
                          <a:solidFill>
                            <a:srgbClr val="f7f6f2"/>
                          </a:solidFill>
                          <a:latin typeface="Inter"/>
                        </a:rPr>
                        <a:t>Règles bloquantes testées / conformes</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292320">
                <a:tc>
                  <a:txBody>
                    <a:bodyPr lIns="73080" rIns="73080" anchor="ctr">
                      <a:noAutofit/>
                    </a:bodyPr>
                    <a:p>
                      <a:pPr>
                        <a:lnSpc>
                          <a:spcPct val="100000"/>
                        </a:lnSpc>
                        <a:buNone/>
                      </a:pPr>
                      <a:r>
                        <a:rPr b="1" lang="en-US" sz="1100" spc="-1" strike="noStrike">
                          <a:solidFill>
                            <a:srgbClr val="f7f6f2"/>
                          </a:solidFill>
                          <a:latin typeface="Inter"/>
                        </a:rPr>
                        <a:t>Écarts connus (avertissements)</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292320">
                <a:tc>
                  <a:txBody>
                    <a:bodyPr lIns="73080" rIns="73080" anchor="ctr">
                      <a:noAutofit/>
                    </a:bodyPr>
                    <a:p>
                      <a:pPr>
                        <a:lnSpc>
                          <a:spcPct val="100000"/>
                        </a:lnSpc>
                        <a:buNone/>
                      </a:pPr>
                      <a:r>
                        <a:rPr b="1" lang="en-US" sz="1100" spc="-1" strike="noStrike">
                          <a:solidFill>
                            <a:srgbClr val="f7f6f2"/>
                          </a:solidFill>
                          <a:latin typeface="Inter"/>
                        </a:rPr>
                        <a:t>Empreinte du gold</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294120">
                <a:tc>
                  <a:txBody>
                    <a:bodyPr lIns="73080" rIns="73080" anchor="ctr">
                      <a:noAutofit/>
                    </a:bodyPr>
                    <a:p>
                      <a:pPr>
                        <a:lnSpc>
                          <a:spcPct val="100000"/>
                        </a:lnSpc>
                        <a:buNone/>
                      </a:pPr>
                      <a:r>
                        <a:rPr b="1" lang="en-US" sz="1100" spc="-1" strike="noStrike">
                          <a:solidFill>
                            <a:srgbClr val="f7f6f2"/>
                          </a:solidFill>
                          <a:latin typeface="Inter"/>
                        </a:rPr>
                        <a:t>Signataire (rôle)</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bl>
          </a:graphicData>
        </a:graphic>
      </p:graphicFrame>
      <p:sp>
        <p:nvSpPr>
          <p:cNvPr id="528" name="TextBox 33"/>
          <p:cNvSpPr/>
          <p:nvPr/>
        </p:nvSpPr>
        <p:spPr>
          <a:xfrm>
            <a:off x="7863840" y="2823120"/>
            <a:ext cx="3683160" cy="18000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06" strike="noStrike">
                <a:solidFill>
                  <a:srgbClr val="f5a623"/>
                </a:solidFill>
                <a:latin typeface="Inter"/>
                <a:ea typeface="DejaVu Sans"/>
              </a:rPr>
              <a:t>ÉPREUVE DU NO_GO</a:t>
            </a:r>
            <a:endParaRPr b="0" lang="fr-FR" sz="1100" spc="-1" strike="noStrike">
              <a:latin typeface="Arial"/>
            </a:endParaRPr>
          </a:p>
        </p:txBody>
      </p:sp>
      <p:sp>
        <p:nvSpPr>
          <p:cNvPr id="529" name="Zone à rédiger"/>
          <p:cNvSpPr/>
          <p:nvPr/>
        </p:nvSpPr>
        <p:spPr>
          <a:xfrm>
            <a:off x="7863840" y="3078720"/>
            <a:ext cx="3683160" cy="208296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rIns="137160" tIns="73080" bIns="73080" anchor="t">
            <a:noAutofit/>
          </a:bodyPr>
          <a:p>
            <a:pPr>
              <a:lnSpc>
                <a:spcPct val="100000"/>
              </a:lnSpc>
              <a:buNone/>
            </a:pPr>
            <a:r>
              <a:rPr b="0" i="1" lang="fr-FR" sz="1200" spc="-1" strike="noStrike">
                <a:solidFill>
                  <a:srgbClr val="8e99a4"/>
                </a:solidFill>
                <a:latin typeface="Inter"/>
                <a:ea typeface="DejaVu Sans"/>
              </a:rPr>
              <a:t>[Comment dégradé, décision, preuve]</a:t>
            </a:r>
            <a:endParaRPr b="0" lang="fr-FR" sz="1200" spc="-1" strike="noStrike">
              <a:latin typeface="Arial"/>
            </a:endParaRPr>
          </a:p>
        </p:txBody>
      </p:sp>
      <p:sp>
        <p:nvSpPr>
          <p:cNvPr id="530" name="TextBox 35"/>
          <p:cNvSpPr/>
          <p:nvPr/>
        </p:nvSpPr>
        <p:spPr>
          <a:xfrm>
            <a:off x="640080" y="5255640"/>
            <a:ext cx="10906920" cy="18000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06" strike="noStrike">
                <a:solidFill>
                  <a:srgbClr val="f5a623"/>
                </a:solidFill>
                <a:latin typeface="Inter"/>
                <a:ea typeface="DejaVu Sans"/>
              </a:rPr>
              <a:t>RÈGLES NON COUVERTES PAR LE CERTIFICAT</a:t>
            </a:r>
            <a:endParaRPr b="0" lang="fr-FR" sz="1100" spc="-1" strike="noStrike">
              <a:latin typeface="Arial"/>
            </a:endParaRPr>
          </a:p>
        </p:txBody>
      </p:sp>
      <p:sp>
        <p:nvSpPr>
          <p:cNvPr id="531" name="Zone à rédiger"/>
          <p:cNvSpPr/>
          <p:nvPr/>
        </p:nvSpPr>
        <p:spPr>
          <a:xfrm>
            <a:off x="640080" y="5511240"/>
            <a:ext cx="10906920" cy="61344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rIns="137160" tIns="73080" bIns="73080" anchor="t">
            <a:noAutofit/>
          </a:bodyPr>
          <a:p>
            <a:pPr>
              <a:lnSpc>
                <a:spcPct val="100000"/>
              </a:lnSpc>
              <a:buNone/>
            </a:pPr>
            <a:r>
              <a:rPr b="0" i="1" lang="fr-FR" sz="1200" spc="-1" strike="noStrike">
                <a:solidFill>
                  <a:srgbClr val="8e99a4"/>
                </a:solidFill>
                <a:latin typeface="Inter"/>
                <a:ea typeface="DejaVu Sans"/>
              </a:rPr>
              <a:t>[Rédigez ici]</a:t>
            </a:r>
            <a:endParaRPr b="0" lang="fr-FR" sz="1200" spc="-1" strike="noStrike">
              <a:latin typeface="Arial"/>
            </a:endParaRPr>
          </a:p>
        </p:txBody>
      </p:sp>
    </p:spTree>
  </p:cSld>
  <mc:AlternateContent>
    <mc:Choice Requires="p14">
      <p:transition spd="slow" p14:dur="2000"/>
    </mc:Choice>
    <mc:Fallback>
      <p:transition spd="slow"/>
    </mc:Fallback>
  </mc:AlternateContent>
</p:sld>
</file>

<file path=ppt/slides/slide3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32" name="PlaceHolder 1"/>
          <p:cNvSpPr>
            <a:spLocks noGrp="1"/>
          </p:cNvSpPr>
          <p:nvPr>
            <p:ph type="title"/>
          </p:nvPr>
        </p:nvSpPr>
        <p:spPr>
          <a:xfrm>
            <a:off x="640080" y="502920"/>
            <a:ext cx="10906920" cy="729720"/>
          </a:xfrm>
          <a:prstGeom prst="rect">
            <a:avLst/>
          </a:prstGeom>
          <a:noFill/>
          <a:ln w="0">
            <a:noFill/>
          </a:ln>
        </p:spPr>
        <p:txBody>
          <a:bodyPr lIns="0" rIns="0" tIns="0" bIns="0" anchor="t">
            <a:noAutofit/>
          </a:bodyPr>
          <a:p>
            <a:pPr>
              <a:lnSpc>
                <a:spcPct val="100000"/>
              </a:lnSpc>
              <a:buNone/>
              <a:tabLst>
                <a:tab algn="l" pos="0"/>
              </a:tabLst>
            </a:pPr>
            <a:r>
              <a:rPr b="0" lang="en-US" sz="2800" spc="-1" strike="noStrike">
                <a:solidFill>
                  <a:srgbClr val="f7f6f2"/>
                </a:solidFill>
                <a:latin typeface="Fraunces SemiBold"/>
                <a:ea typeface="Fraunces SemiBold"/>
              </a:rPr>
              <a:t>Publication vers le CRM : refus, chargement, réconciliation</a:t>
            </a:r>
            <a:endParaRPr b="0" lang="fr-FR" sz="2800" spc="-1" strike="noStrike">
              <a:latin typeface="Arial"/>
            </a:endParaRPr>
          </a:p>
        </p:txBody>
      </p:sp>
      <p:sp>
        <p:nvSpPr>
          <p:cNvPr id="533" name="PlaceHolder 2"/>
          <p:cNvSpPr>
            <a:spLocks noGrp="1"/>
          </p:cNvSpPr>
          <p:nvPr>
            <p:ph type="sldNum" idx="39"/>
          </p:nvPr>
        </p:nvSpPr>
        <p:spPr>
          <a:xfrm>
            <a:off x="10820160" y="6309360"/>
            <a:ext cx="729720" cy="29088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40643682-3EB9-409D-B24F-5E4BFE2D71B1}"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534" name="TextBox 25"/>
          <p:cNvSpPr/>
          <p:nvPr/>
        </p:nvSpPr>
        <p:spPr>
          <a:xfrm>
            <a:off x="640080" y="283680"/>
            <a:ext cx="8044920" cy="18000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88" strike="noStrike">
                <a:solidFill>
                  <a:srgbClr val="f5a623"/>
                </a:solidFill>
                <a:latin typeface="Inter"/>
                <a:ea typeface="DejaVu Sans"/>
              </a:rPr>
              <a:t>S5 · US-32</a:t>
            </a:r>
            <a:endParaRPr b="0" lang="fr-FR" sz="1100" spc="-1" strike="noStrike">
              <a:latin typeface="Arial"/>
            </a:endParaRPr>
          </a:p>
        </p:txBody>
      </p:sp>
      <p:sp>
        <p:nvSpPr>
          <p:cNvPr id="535" name="TextBox 26"/>
          <p:cNvSpPr/>
          <p:nvPr/>
        </p:nvSpPr>
        <p:spPr>
          <a:xfrm>
            <a:off x="6976800" y="291960"/>
            <a:ext cx="4570200" cy="163440"/>
          </a:xfrm>
          <a:prstGeom prst="rect">
            <a:avLst/>
          </a:prstGeom>
          <a:noFill/>
          <a:ln w="0">
            <a:noFill/>
          </a:ln>
        </p:spPr>
        <p:style>
          <a:lnRef idx="0"/>
          <a:fillRef idx="0"/>
          <a:effectRef idx="0"/>
          <a:fontRef idx="minor"/>
        </p:style>
        <p:txBody>
          <a:bodyPr lIns="0" rIns="0" tIns="0" bIns="0" anchor="ctr">
            <a:spAutoFit/>
          </a:bodyPr>
          <a:p>
            <a:pPr algn="r">
              <a:lnSpc>
                <a:spcPct val="108000"/>
              </a:lnSpc>
              <a:spcAft>
                <a:spcPts val="400"/>
              </a:spcAft>
              <a:buNone/>
            </a:pPr>
            <a:r>
              <a:rPr b="1" lang="fr-FR" sz="1000" spc="106" strike="noStrike">
                <a:solidFill>
                  <a:srgbClr val="0f9b8e"/>
                </a:solidFill>
                <a:latin typeface="Inter"/>
                <a:ea typeface="DejaVu Sans"/>
              </a:rPr>
              <a:t>CRITÈRE : PREUVE ET CERTIFICAT · 20 %</a:t>
            </a:r>
            <a:endParaRPr b="0" lang="fr-FR" sz="1000" spc="-1" strike="noStrike">
              <a:latin typeface="Arial"/>
            </a:endParaRPr>
          </a:p>
        </p:txBody>
      </p:sp>
      <p:sp>
        <p:nvSpPr>
          <p:cNvPr id="536" name="Attendu"/>
          <p:cNvSpPr/>
          <p:nvPr/>
        </p:nvSpPr>
        <p:spPr>
          <a:xfrm>
            <a:off x="640080" y="1325880"/>
            <a:ext cx="10906920" cy="132120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537" name="Attendu barre"/>
          <p:cNvSpPr/>
          <p:nvPr/>
        </p:nvSpPr>
        <p:spPr>
          <a:xfrm>
            <a:off x="640080" y="1325880"/>
            <a:ext cx="80640" cy="132120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538" name="Icône target" descr="Icône target"/>
          <p:cNvPicPr/>
          <p:nvPr/>
        </p:nvPicPr>
        <p:blipFill>
          <a:blip r:embed="rId1"/>
          <a:stretch/>
        </p:blipFill>
        <p:spPr>
          <a:xfrm>
            <a:off x="896040" y="1435680"/>
            <a:ext cx="272520" cy="272520"/>
          </a:xfrm>
          <a:prstGeom prst="rect">
            <a:avLst/>
          </a:prstGeom>
          <a:ln w="0">
            <a:noFill/>
          </a:ln>
        </p:spPr>
      </p:pic>
      <p:sp>
        <p:nvSpPr>
          <p:cNvPr id="539" name="TextBox 30"/>
          <p:cNvSpPr/>
          <p:nvPr/>
        </p:nvSpPr>
        <p:spPr>
          <a:xfrm>
            <a:off x="1261800" y="1473480"/>
            <a:ext cx="7313400" cy="19620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200" spc="126" strike="noStrike">
                <a:solidFill>
                  <a:srgbClr val="f5a623"/>
                </a:solidFill>
                <a:latin typeface="Inter"/>
                <a:ea typeface="DejaVu Sans"/>
              </a:rPr>
              <a:t>ATTENDU SUR CETTE PAGE</a:t>
            </a:r>
            <a:endParaRPr b="0" lang="fr-FR" sz="1200" spc="-1" strike="noStrike">
              <a:latin typeface="Arial"/>
            </a:endParaRPr>
          </a:p>
        </p:txBody>
      </p:sp>
      <p:sp>
        <p:nvSpPr>
          <p:cNvPr id="540" name="TextBox 31"/>
          <p:cNvSpPr/>
          <p:nvPr/>
        </p:nvSpPr>
        <p:spPr>
          <a:xfrm>
            <a:off x="914400" y="1783080"/>
            <a:ext cx="10358280" cy="717480"/>
          </a:xfrm>
          <a:prstGeom prst="rect">
            <a:avLst/>
          </a:prstGeom>
          <a:noFill/>
          <a:ln w="0">
            <a:noFill/>
          </a:ln>
        </p:spPr>
        <p:style>
          <a:lnRef idx="0"/>
          <a:fillRef idx="0"/>
          <a:effectRef idx="0"/>
          <a:fontRef idx="minor"/>
        </p:style>
        <p:txBody>
          <a:bodyPr lIns="0" rIns="0" tIns="0" bIns="0" anchor="t">
            <a:spAutoFit/>
          </a:bodyPr>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Les </a:t>
            </a:r>
            <a:r>
              <a:rPr b="1" lang="fr-FR" sz="1300" spc="-1" strike="noStrike">
                <a:solidFill>
                  <a:srgbClr val="f5a623"/>
                </a:solidFill>
                <a:latin typeface="Inter"/>
                <a:ea typeface="DejaVu Sans"/>
              </a:rPr>
              <a:t>quatre scénarios</a:t>
            </a:r>
            <a:r>
              <a:rPr b="0" lang="fr-FR" sz="1300" spc="-1" strike="noStrike">
                <a:solidFill>
                  <a:srgbClr val="f7f6f2"/>
                </a:solidFill>
                <a:latin typeface="Inter"/>
                <a:ea typeface="DejaVu Sans"/>
              </a:rPr>
              <a:t> avec le </a:t>
            </a:r>
            <a:r>
              <a:rPr b="1" lang="fr-FR" sz="1300" spc="-1" strike="noStrike">
                <a:solidFill>
                  <a:srgbClr val="f5a623"/>
                </a:solidFill>
                <a:latin typeface="Inter"/>
                <a:ea typeface="DejaVu Sans"/>
              </a:rPr>
              <a:t>message obtenu</a:t>
            </a:r>
            <a:r>
              <a:rPr b="0" lang="fr-FR" sz="1300" spc="-1" strike="noStrike">
                <a:solidFill>
                  <a:srgbClr val="f7f6f2"/>
                </a:solidFill>
                <a:latin typeface="Inter"/>
                <a:ea typeface="DejaVu Sans"/>
              </a:rPr>
              <a:t> : sans certificat, NO_GO, gold modifié, GO.</a:t>
            </a:r>
            <a:endParaRPr b="0" lang="fr-FR" sz="1300" spc="-1" strike="noStrike">
              <a:latin typeface="Arial"/>
            </a:endParaRPr>
          </a:p>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La </a:t>
            </a:r>
            <a:r>
              <a:rPr b="1" lang="fr-FR" sz="1300" spc="-1" strike="noStrike">
                <a:solidFill>
                  <a:srgbClr val="f5a623"/>
                </a:solidFill>
                <a:latin typeface="Inter"/>
                <a:ea typeface="DejaVu Sans"/>
              </a:rPr>
              <a:t>réconciliation RQ-025</a:t>
            </a:r>
            <a:r>
              <a:rPr b="0" lang="fr-FR" sz="1300" spc="-1" strike="noStrike">
                <a:solidFill>
                  <a:srgbClr val="f7f6f2"/>
                </a:solidFill>
                <a:latin typeface="Inter"/>
                <a:ea typeface="DejaVu Sans"/>
              </a:rPr>
              <a:t> après chargement : comptage et somme de contrôle, gold contre CRM cible.</a:t>
            </a:r>
            <a:endParaRPr b="0" lang="fr-FR" sz="1300" spc="-1" strike="noStrike">
              <a:latin typeface="Arial"/>
            </a:endParaRPr>
          </a:p>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Le chargement est-il </a:t>
            </a:r>
            <a:r>
              <a:rPr b="1" lang="fr-FR" sz="1300" spc="-1" strike="noStrike">
                <a:solidFill>
                  <a:srgbClr val="f5a623"/>
                </a:solidFill>
                <a:latin typeface="Inter"/>
                <a:ea typeface="DejaVu Sans"/>
              </a:rPr>
              <a:t>tout-ou-rien</a:t>
            </a:r>
            <a:r>
              <a:rPr b="0" lang="fr-FR" sz="1300" spc="-1" strike="noStrike">
                <a:solidFill>
                  <a:srgbClr val="f7f6f2"/>
                </a:solidFill>
                <a:latin typeface="Inter"/>
                <a:ea typeface="DejaVu Sans"/>
              </a:rPr>
              <a:t> ? Comment l'avez-vous vérifié ?</a:t>
            </a:r>
            <a:endParaRPr b="0" lang="fr-FR" sz="1300" spc="-1" strike="noStrike">
              <a:latin typeface="Arial"/>
            </a:endParaRPr>
          </a:p>
        </p:txBody>
      </p:sp>
      <p:graphicFrame>
        <p:nvGraphicFramePr>
          <p:cNvPr id="541" name="Table 32"/>
          <p:cNvGraphicFramePr/>
          <p:nvPr/>
        </p:nvGraphicFramePr>
        <p:xfrm>
          <a:off x="640080" y="2786040"/>
          <a:ext cx="10908360" cy="1736640"/>
        </p:xfrm>
        <a:graphic>
          <a:graphicData uri="http://schemas.openxmlformats.org/drawingml/2006/table">
            <a:tbl>
              <a:tblPr/>
              <a:tblGrid>
                <a:gridCol w="3108960"/>
                <a:gridCol w="4023360"/>
                <a:gridCol w="1554480"/>
                <a:gridCol w="2221920"/>
              </a:tblGrid>
              <a:tr h="347400">
                <a:tc>
                  <a:txBody>
                    <a:bodyPr lIns="73080" rIns="73080" anchor="ctr">
                      <a:noAutofit/>
                    </a:bodyPr>
                    <a:p>
                      <a:pPr>
                        <a:lnSpc>
                          <a:spcPct val="100000"/>
                        </a:lnSpc>
                        <a:buNone/>
                      </a:pPr>
                      <a:r>
                        <a:rPr b="1" lang="en-US" sz="1050" spc="46" strike="noStrike">
                          <a:solidFill>
                            <a:srgbClr val="f5a623"/>
                          </a:solidFill>
                          <a:latin typeface="Inter"/>
                        </a:rPr>
                        <a:t>Scénario</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6" strike="noStrike">
                          <a:solidFill>
                            <a:srgbClr val="f5a623"/>
                          </a:solidFill>
                          <a:latin typeface="Inter"/>
                        </a:rPr>
                        <a:t>Message obtenu</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6" strike="noStrike">
                          <a:solidFill>
                            <a:srgbClr val="f5a623"/>
                          </a:solidFill>
                          <a:latin typeface="Inter"/>
                        </a:rPr>
                        <a:t>Chargement ?</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6" strike="noStrike">
                          <a:solidFill>
                            <a:srgbClr val="f5a623"/>
                          </a:solidFill>
                          <a:latin typeface="Inter"/>
                        </a:rPr>
                        <a:t>Preuve</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r>
              <a:tr h="347400">
                <a:tc>
                  <a:txBody>
                    <a:bodyPr lIns="73080" rIns="73080" anchor="ctr">
                      <a:noAutofit/>
                    </a:bodyPr>
                    <a:p>
                      <a:pPr>
                        <a:lnSpc>
                          <a:spcPct val="100000"/>
                        </a:lnSpc>
                        <a:buNone/>
                      </a:pPr>
                      <a:r>
                        <a:rPr b="1" lang="en-US" sz="1150" spc="-1" strike="noStrike">
                          <a:solidFill>
                            <a:srgbClr val="f7f6f2"/>
                          </a:solidFill>
                          <a:latin typeface="Inter"/>
                        </a:rPr>
                        <a:t>Sans certificat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47400">
                <a:tc>
                  <a:txBody>
                    <a:bodyPr lIns="73080" rIns="73080" anchor="ctr">
                      <a:noAutofit/>
                    </a:bodyPr>
                    <a:p>
                      <a:pPr>
                        <a:lnSpc>
                          <a:spcPct val="100000"/>
                        </a:lnSpc>
                        <a:buNone/>
                      </a:pPr>
                      <a:r>
                        <a:rPr b="1" lang="en-US" sz="1150" spc="-1" strike="noStrike">
                          <a:solidFill>
                            <a:srgbClr val="f7f6f2"/>
                          </a:solidFill>
                          <a:latin typeface="Inter"/>
                        </a:rPr>
                        <a:t>Certificat NO_GO</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47400">
                <a:tc>
                  <a:txBody>
                    <a:bodyPr lIns="73080" rIns="73080" anchor="ctr">
                      <a:noAutofit/>
                    </a:bodyPr>
                    <a:p>
                      <a:pPr>
                        <a:lnSpc>
                          <a:spcPct val="100000"/>
                        </a:lnSpc>
                        <a:buNone/>
                      </a:pPr>
                      <a:r>
                        <a:rPr b="1" lang="en-US" sz="1150" spc="-1" strike="noStrike">
                          <a:solidFill>
                            <a:srgbClr val="f7f6f2"/>
                          </a:solidFill>
                          <a:latin typeface="Inter"/>
                        </a:rPr>
                        <a:t>Gold modifié après émission</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47400">
                <a:tc>
                  <a:txBody>
                    <a:bodyPr lIns="73080" rIns="73080" anchor="ctr">
                      <a:noAutofit/>
                    </a:bodyPr>
                    <a:p>
                      <a:pPr>
                        <a:lnSpc>
                          <a:spcPct val="100000"/>
                        </a:lnSpc>
                        <a:buNone/>
                      </a:pPr>
                      <a:r>
                        <a:rPr b="1" lang="en-US" sz="1150" spc="-1" strike="noStrike">
                          <a:solidFill>
                            <a:srgbClr val="f7f6f2"/>
                          </a:solidFill>
                          <a:latin typeface="Inter"/>
                        </a:rPr>
                        <a:t>Certificat GO, gold intact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bl>
          </a:graphicData>
        </a:graphic>
      </p:graphicFrame>
      <p:graphicFrame>
        <p:nvGraphicFramePr>
          <p:cNvPr id="542" name="Table 33"/>
          <p:cNvGraphicFramePr/>
          <p:nvPr/>
        </p:nvGraphicFramePr>
        <p:xfrm>
          <a:off x="640080" y="4633200"/>
          <a:ext cx="10908360" cy="1316160"/>
        </p:xfrm>
        <a:graphic>
          <a:graphicData uri="http://schemas.openxmlformats.org/drawingml/2006/table">
            <a:tbl>
              <a:tblPr/>
              <a:tblGrid>
                <a:gridCol w="1737360"/>
                <a:gridCol w="1828800"/>
                <a:gridCol w="2011680"/>
                <a:gridCol w="1828800"/>
                <a:gridCol w="2011680"/>
                <a:gridCol w="1490400"/>
              </a:tblGrid>
              <a:tr h="329040">
                <a:tc>
                  <a:txBody>
                    <a:bodyPr lIns="73080" rIns="73080" anchor="ctr">
                      <a:noAutofit/>
                    </a:bodyPr>
                    <a:p>
                      <a:pPr>
                        <a:lnSpc>
                          <a:spcPct val="100000"/>
                        </a:lnSpc>
                        <a:buNone/>
                      </a:pPr>
                      <a:r>
                        <a:rPr b="1" lang="en-US" sz="1050" spc="46" strike="noStrike">
                          <a:solidFill>
                            <a:srgbClr val="f5a623"/>
                          </a:solidFill>
                          <a:latin typeface="Inter"/>
                        </a:rPr>
                        <a:t>Table</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6" strike="noStrike">
                          <a:solidFill>
                            <a:srgbClr val="f5a623"/>
                          </a:solidFill>
                          <a:latin typeface="Inter"/>
                        </a:rPr>
                        <a:t>Lignes gold</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6" strike="noStrike">
                          <a:solidFill>
                            <a:srgbClr val="f5a623"/>
                          </a:solidFill>
                          <a:latin typeface="Inter"/>
                        </a:rPr>
                        <a:t>Lignes CRM cible</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6" strike="noStrike">
                          <a:solidFill>
                            <a:srgbClr val="f5a623"/>
                          </a:solidFill>
                          <a:latin typeface="Inter"/>
                        </a:rPr>
                        <a:t>Somme gold</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6" strike="noStrike">
                          <a:solidFill>
                            <a:srgbClr val="f5a623"/>
                          </a:solidFill>
                          <a:latin typeface="Inter"/>
                        </a:rPr>
                        <a:t>Somme CRM cible</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6" strike="noStrike">
                          <a:solidFill>
                            <a:srgbClr val="f5a623"/>
                          </a:solidFill>
                          <a:latin typeface="Inter"/>
                        </a:rPr>
                        <a:t>Écart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r>
              <a:tr h="329040">
                <a:tc>
                  <a:txBody>
                    <a:bodyPr lIns="73080" rIns="73080" anchor="ctr">
                      <a:noAutofit/>
                    </a:bodyPr>
                    <a:p>
                      <a:pPr>
                        <a:lnSpc>
                          <a:spcPct val="100000"/>
                        </a:lnSpc>
                        <a:buNone/>
                      </a:pPr>
                      <a:r>
                        <a:rPr b="1" lang="en-US" sz="1150" spc="-1" strike="noStrike">
                          <a:solidFill>
                            <a:srgbClr val="f7f6f2"/>
                          </a:solidFill>
                          <a:latin typeface="Inter"/>
                        </a:rPr>
                        <a:t>client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29040">
                <a:tc>
                  <a:txBody>
                    <a:bodyPr lIns="73080" rIns="73080" anchor="ctr">
                      <a:noAutofit/>
                    </a:bodyPr>
                    <a:p>
                      <a:pPr>
                        <a:lnSpc>
                          <a:spcPct val="100000"/>
                        </a:lnSpc>
                        <a:buNone/>
                      </a:pPr>
                      <a:r>
                        <a:rPr b="1" lang="en-US" sz="1150" spc="-1" strike="noStrike">
                          <a:solidFill>
                            <a:srgbClr val="f7f6f2"/>
                          </a:solidFill>
                          <a:latin typeface="Inter"/>
                        </a:rPr>
                        <a:t>contrat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29400">
                <a:tc>
                  <a:txBody>
                    <a:bodyPr lIns="73080" rIns="73080" anchor="ctr">
                      <a:noAutofit/>
                    </a:bodyPr>
                    <a:p>
                      <a:pPr>
                        <a:lnSpc>
                          <a:spcPct val="100000"/>
                        </a:lnSpc>
                        <a:buNone/>
                      </a:pPr>
                      <a:r>
                        <a:rPr b="1" lang="en-US" sz="1150" spc="-1" strike="noStrike">
                          <a:solidFill>
                            <a:srgbClr val="f7f6f2"/>
                          </a:solidFill>
                          <a:latin typeface="Inter"/>
                        </a:rPr>
                        <a:t>sinistre</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bl>
          </a:graphicData>
        </a:graphic>
      </p:graphicFrame>
      <p:sp>
        <p:nvSpPr>
          <p:cNvPr id="543" name="TextBox 34"/>
          <p:cNvSpPr/>
          <p:nvPr/>
        </p:nvSpPr>
        <p:spPr>
          <a:xfrm>
            <a:off x="640080" y="6023160"/>
            <a:ext cx="10906920" cy="180360"/>
          </a:xfrm>
          <a:prstGeom prst="rect">
            <a:avLst/>
          </a:prstGeom>
          <a:noFill/>
          <a:ln w="0">
            <a:noFill/>
          </a:ln>
        </p:spPr>
        <p:style>
          <a:lnRef idx="0"/>
          <a:fillRef idx="0"/>
          <a:effectRef idx="0"/>
          <a:fontRef idx="minor"/>
        </p:style>
        <p:txBody>
          <a:bodyPr lIns="0" rIns="0" tIns="0" bIns="0" anchor="t">
            <a:spAutoFit/>
          </a:bodyPr>
          <a:p>
            <a:pPr>
              <a:lnSpc>
                <a:spcPct val="108000"/>
              </a:lnSpc>
              <a:spcAft>
                <a:spcPts val="400"/>
              </a:spcAft>
              <a:buNone/>
            </a:pPr>
            <a:r>
              <a:rPr b="0" i="1" lang="fr-FR" sz="1100" spc="-1" strike="noStrike">
                <a:solidFill>
                  <a:srgbClr val="8e99a4"/>
                </a:solidFill>
                <a:latin typeface="Inter"/>
                <a:ea typeface="DejaVu Sans"/>
              </a:rPr>
              <a:t>Tout-ou-rien : décrivez en une ligne comment vous l'avez vérifié, et le chemin du script de publication.</a:t>
            </a:r>
            <a:endParaRPr b="0" lang="fr-FR" sz="1100" spc="-1" strike="noStrike">
              <a:latin typeface="Arial"/>
            </a:endParaRPr>
          </a:p>
        </p:txBody>
      </p:sp>
    </p:spTree>
  </p:cSld>
  <mc:AlternateContent>
    <mc:Choice Requires="p14">
      <p:transition spd="slow" p14:dur="2000"/>
    </mc:Choice>
    <mc:Fallback>
      <p:transition spd="slow"/>
    </mc:Fallback>
  </mc:AlternateContent>
</p:sld>
</file>

<file path=ppt/slides/slide3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44" name="PlaceHolder 1"/>
          <p:cNvSpPr>
            <a:spLocks noGrp="1"/>
          </p:cNvSpPr>
          <p:nvPr>
            <p:ph type="title"/>
          </p:nvPr>
        </p:nvSpPr>
        <p:spPr>
          <a:xfrm>
            <a:off x="640080" y="502920"/>
            <a:ext cx="10906920" cy="729720"/>
          </a:xfrm>
          <a:prstGeom prst="rect">
            <a:avLst/>
          </a:prstGeom>
          <a:noFill/>
          <a:ln w="0">
            <a:noFill/>
          </a:ln>
        </p:spPr>
        <p:txBody>
          <a:bodyPr lIns="0" rIns="0" tIns="0" bIns="0" anchor="t">
            <a:noAutofit/>
          </a:bodyPr>
          <a:p>
            <a:pPr>
              <a:lnSpc>
                <a:spcPct val="100000"/>
              </a:lnSpc>
              <a:buNone/>
              <a:tabLst>
                <a:tab algn="l" pos="0"/>
              </a:tabLst>
            </a:pPr>
            <a:r>
              <a:rPr b="0" lang="en-US" sz="2800" spc="-1" strike="noStrike">
                <a:solidFill>
                  <a:srgbClr val="f7f6f2"/>
                </a:solidFill>
                <a:latin typeface="Fraunces SemiBold"/>
                <a:ea typeface="Fraunces SemiBold"/>
              </a:rPr>
              <a:t>Gouvernance : catalogue, propriétaires, lineage</a:t>
            </a:r>
            <a:endParaRPr b="0" lang="fr-FR" sz="2800" spc="-1" strike="noStrike">
              <a:latin typeface="Arial"/>
            </a:endParaRPr>
          </a:p>
        </p:txBody>
      </p:sp>
      <p:sp>
        <p:nvSpPr>
          <p:cNvPr id="545" name="PlaceHolder 2"/>
          <p:cNvSpPr>
            <a:spLocks noGrp="1"/>
          </p:cNvSpPr>
          <p:nvPr>
            <p:ph type="sldNum" idx="40"/>
          </p:nvPr>
        </p:nvSpPr>
        <p:spPr>
          <a:xfrm>
            <a:off x="10820160" y="6309360"/>
            <a:ext cx="729720" cy="29088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26AF50FF-8F28-4086-982F-9D4498B0D0FE}"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546" name="TextBox 25"/>
          <p:cNvSpPr/>
          <p:nvPr/>
        </p:nvSpPr>
        <p:spPr>
          <a:xfrm>
            <a:off x="640080" y="283680"/>
            <a:ext cx="8044920" cy="18000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88" strike="noStrike">
                <a:solidFill>
                  <a:srgbClr val="f5a623"/>
                </a:solidFill>
                <a:latin typeface="Inter"/>
                <a:ea typeface="DejaVu Sans"/>
              </a:rPr>
              <a:t>S5 · US-34</a:t>
            </a:r>
            <a:endParaRPr b="0" lang="fr-FR" sz="1100" spc="-1" strike="noStrike">
              <a:latin typeface="Arial"/>
            </a:endParaRPr>
          </a:p>
        </p:txBody>
      </p:sp>
      <p:sp>
        <p:nvSpPr>
          <p:cNvPr id="547" name="TextBox 26"/>
          <p:cNvSpPr/>
          <p:nvPr/>
        </p:nvSpPr>
        <p:spPr>
          <a:xfrm>
            <a:off x="6976800" y="291960"/>
            <a:ext cx="4570200" cy="163440"/>
          </a:xfrm>
          <a:prstGeom prst="rect">
            <a:avLst/>
          </a:prstGeom>
          <a:noFill/>
          <a:ln w="0">
            <a:noFill/>
          </a:ln>
        </p:spPr>
        <p:style>
          <a:lnRef idx="0"/>
          <a:fillRef idx="0"/>
          <a:effectRef idx="0"/>
          <a:fontRef idx="minor"/>
        </p:style>
        <p:txBody>
          <a:bodyPr lIns="0" rIns="0" tIns="0" bIns="0" anchor="ctr">
            <a:spAutoFit/>
          </a:bodyPr>
          <a:p>
            <a:pPr algn="r">
              <a:lnSpc>
                <a:spcPct val="108000"/>
              </a:lnSpc>
              <a:spcAft>
                <a:spcPts val="400"/>
              </a:spcAft>
              <a:buNone/>
            </a:pPr>
            <a:r>
              <a:rPr b="1" lang="fr-FR" sz="1000" spc="106" strike="noStrike">
                <a:solidFill>
                  <a:srgbClr val="0f9b8e"/>
                </a:solidFill>
                <a:latin typeface="Inter"/>
                <a:ea typeface="DejaVu Sans"/>
              </a:rPr>
              <a:t>CRITÈRE : PREUVE ET CERTIFICAT · 20 %</a:t>
            </a:r>
            <a:endParaRPr b="0" lang="fr-FR" sz="1000" spc="-1" strike="noStrike">
              <a:latin typeface="Arial"/>
            </a:endParaRPr>
          </a:p>
        </p:txBody>
      </p:sp>
      <p:sp>
        <p:nvSpPr>
          <p:cNvPr id="548" name="Attendu"/>
          <p:cNvSpPr/>
          <p:nvPr/>
        </p:nvSpPr>
        <p:spPr>
          <a:xfrm>
            <a:off x="640080" y="1325880"/>
            <a:ext cx="10906920" cy="106920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549" name="Attendu barre"/>
          <p:cNvSpPr/>
          <p:nvPr/>
        </p:nvSpPr>
        <p:spPr>
          <a:xfrm>
            <a:off x="640080" y="1325880"/>
            <a:ext cx="80640" cy="106920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550" name="Icône target" descr="Icône target"/>
          <p:cNvPicPr/>
          <p:nvPr/>
        </p:nvPicPr>
        <p:blipFill>
          <a:blip r:embed="rId1"/>
          <a:stretch/>
        </p:blipFill>
        <p:spPr>
          <a:xfrm>
            <a:off x="896040" y="1435680"/>
            <a:ext cx="272520" cy="272520"/>
          </a:xfrm>
          <a:prstGeom prst="rect">
            <a:avLst/>
          </a:prstGeom>
          <a:ln w="0">
            <a:noFill/>
          </a:ln>
        </p:spPr>
      </p:pic>
      <p:sp>
        <p:nvSpPr>
          <p:cNvPr id="551" name="TextBox 30"/>
          <p:cNvSpPr/>
          <p:nvPr/>
        </p:nvSpPr>
        <p:spPr>
          <a:xfrm>
            <a:off x="1261800" y="1473480"/>
            <a:ext cx="7313400" cy="19620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200" spc="126" strike="noStrike">
                <a:solidFill>
                  <a:srgbClr val="f5a623"/>
                </a:solidFill>
                <a:latin typeface="Inter"/>
                <a:ea typeface="DejaVu Sans"/>
              </a:rPr>
              <a:t>ATTENDU SUR CETTE PAGE</a:t>
            </a:r>
            <a:endParaRPr b="0" lang="fr-FR" sz="1200" spc="-1" strike="noStrike">
              <a:latin typeface="Arial"/>
            </a:endParaRPr>
          </a:p>
        </p:txBody>
      </p:sp>
      <p:sp>
        <p:nvSpPr>
          <p:cNvPr id="552" name="TextBox 31"/>
          <p:cNvSpPr/>
          <p:nvPr/>
        </p:nvSpPr>
        <p:spPr>
          <a:xfrm>
            <a:off x="914400" y="1783080"/>
            <a:ext cx="10358280" cy="465480"/>
          </a:xfrm>
          <a:prstGeom prst="rect">
            <a:avLst/>
          </a:prstGeom>
          <a:noFill/>
          <a:ln w="0">
            <a:noFill/>
          </a:ln>
        </p:spPr>
        <p:style>
          <a:lnRef idx="0"/>
          <a:fillRef idx="0"/>
          <a:effectRef idx="0"/>
          <a:fontRef idx="minor"/>
        </p:style>
        <p:txBody>
          <a:bodyPr lIns="0" rIns="0" tIns="0" bIns="0" anchor="t">
            <a:spAutoFit/>
          </a:bodyPr>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La </a:t>
            </a:r>
            <a:r>
              <a:rPr b="1" lang="fr-FR" sz="1300" spc="-1" strike="noStrike">
                <a:solidFill>
                  <a:srgbClr val="f5a623"/>
                </a:solidFill>
                <a:latin typeface="Inter"/>
                <a:ea typeface="DejaVu Sans"/>
              </a:rPr>
              <a:t>fiche de catalogue</a:t>
            </a:r>
            <a:r>
              <a:rPr b="0" lang="fr-FR" sz="1300" spc="-1" strike="noStrike">
                <a:solidFill>
                  <a:srgbClr val="f7f6f2"/>
                </a:solidFill>
                <a:latin typeface="Inter"/>
                <a:ea typeface="DejaVu Sans"/>
              </a:rPr>
              <a:t> de gold.client_unique : propriétaire, steward, définition, règles rattachées.</a:t>
            </a:r>
            <a:endParaRPr b="0" lang="fr-FR" sz="1300" spc="-1" strike="noStrike">
              <a:latin typeface="Arial"/>
            </a:endParaRPr>
          </a:p>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Le </a:t>
            </a:r>
            <a:r>
              <a:rPr b="1" lang="fr-FR" sz="1300" spc="-1" strike="noStrike">
                <a:solidFill>
                  <a:srgbClr val="f5a623"/>
                </a:solidFill>
                <a:latin typeface="Inter"/>
                <a:ea typeface="DejaVu Sans"/>
              </a:rPr>
              <a:t>lineage</a:t>
            </a:r>
            <a:r>
              <a:rPr b="0" lang="fr-FR" sz="1300" spc="-1" strike="noStrike">
                <a:solidFill>
                  <a:srgbClr val="f7f6f2"/>
                </a:solidFill>
                <a:latin typeface="Inter"/>
                <a:ea typeface="DejaVu Sans"/>
              </a:rPr>
              <a:t> de gold.client_unique jusqu'aux sources.</a:t>
            </a:r>
            <a:endParaRPr b="0" lang="fr-FR" sz="1300" spc="-1" strike="noStrike">
              <a:latin typeface="Arial"/>
            </a:endParaRPr>
          </a:p>
        </p:txBody>
      </p:sp>
      <p:graphicFrame>
        <p:nvGraphicFramePr>
          <p:cNvPr id="553" name="Table 32"/>
          <p:cNvGraphicFramePr/>
          <p:nvPr/>
        </p:nvGraphicFramePr>
        <p:xfrm>
          <a:off x="640080" y="2534040"/>
          <a:ext cx="10908360" cy="1919520"/>
        </p:xfrm>
        <a:graphic>
          <a:graphicData uri="http://schemas.openxmlformats.org/drawingml/2006/table">
            <a:tbl>
              <a:tblPr/>
              <a:tblGrid>
                <a:gridCol w="4206240"/>
                <a:gridCol w="6702480"/>
              </a:tblGrid>
              <a:tr h="383760">
                <a:tc>
                  <a:txBody>
                    <a:bodyPr lIns="73080" rIns="73080" anchor="ctr">
                      <a:noAutofit/>
                    </a:bodyPr>
                    <a:p>
                      <a:pPr>
                        <a:lnSpc>
                          <a:spcPct val="100000"/>
                        </a:lnSpc>
                        <a:buNone/>
                      </a:pPr>
                      <a:r>
                        <a:rPr b="1" lang="en-US" sz="1100" spc="46" strike="noStrike">
                          <a:solidFill>
                            <a:srgbClr val="f5a623"/>
                          </a:solidFill>
                          <a:latin typeface="Inter"/>
                        </a:rPr>
                        <a:t>Élément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100" spc="46" strike="noStrike">
                          <a:solidFill>
                            <a:srgbClr val="f5a623"/>
                          </a:solidFill>
                          <a:latin typeface="Inter"/>
                        </a:rPr>
                        <a:t>Valeur</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r>
              <a:tr h="383760">
                <a:tc>
                  <a:txBody>
                    <a:bodyPr lIns="73080" rIns="73080" anchor="ctr">
                      <a:noAutofit/>
                    </a:bodyPr>
                    <a:p>
                      <a:pPr>
                        <a:lnSpc>
                          <a:spcPct val="100000"/>
                        </a:lnSpc>
                        <a:buNone/>
                      </a:pPr>
                      <a:r>
                        <a:rPr b="1" lang="en-US" sz="1200" spc="-1" strike="noStrike">
                          <a:solidFill>
                            <a:srgbClr val="f7f6f2"/>
                          </a:solidFill>
                          <a:latin typeface="Inter"/>
                        </a:rPr>
                        <a:t>Propriétaire (Data Owner)</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83760">
                <a:tc>
                  <a:txBody>
                    <a:bodyPr lIns="73080" rIns="73080" anchor="ctr">
                      <a:noAutofit/>
                    </a:bodyPr>
                    <a:p>
                      <a:pPr>
                        <a:lnSpc>
                          <a:spcPct val="100000"/>
                        </a:lnSpc>
                        <a:buNone/>
                      </a:pPr>
                      <a:r>
                        <a:rPr b="1" lang="en-US" sz="1200" spc="-1" strike="noStrike">
                          <a:solidFill>
                            <a:srgbClr val="f7f6f2"/>
                          </a:solidFill>
                          <a:latin typeface="Inter"/>
                        </a:rPr>
                        <a:t>Steward (Data Steward)</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83760">
                <a:tc>
                  <a:txBody>
                    <a:bodyPr lIns="73080" rIns="73080" anchor="ctr">
                      <a:noAutofit/>
                    </a:bodyPr>
                    <a:p>
                      <a:pPr>
                        <a:lnSpc>
                          <a:spcPct val="100000"/>
                        </a:lnSpc>
                        <a:buNone/>
                      </a:pPr>
                      <a:r>
                        <a:rPr b="1" lang="en-US" sz="1200" spc="-1" strike="noStrike">
                          <a:solidFill>
                            <a:srgbClr val="f7f6f2"/>
                          </a:solidFill>
                          <a:latin typeface="Inter"/>
                        </a:rPr>
                        <a:t>Définition de « client actif » rattachée à la fiche</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84840">
                <a:tc>
                  <a:txBody>
                    <a:bodyPr lIns="73080" rIns="73080" anchor="ctr">
                      <a:noAutofit/>
                    </a:bodyPr>
                    <a:p>
                      <a:pPr>
                        <a:lnSpc>
                          <a:spcPct val="100000"/>
                        </a:lnSpc>
                        <a:buNone/>
                      </a:pPr>
                      <a:r>
                        <a:rPr b="1" lang="en-US" sz="1200" spc="-1" strike="noStrike">
                          <a:solidFill>
                            <a:srgbClr val="f7f6f2"/>
                          </a:solidFill>
                          <a:latin typeface="Inter"/>
                        </a:rPr>
                        <a:t>Règles RQ rattachées à la table</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bl>
          </a:graphicData>
        </a:graphic>
      </p:graphicFrame>
      <p:sp>
        <p:nvSpPr>
          <p:cNvPr id="554" name="TextBox 33"/>
          <p:cNvSpPr/>
          <p:nvPr/>
        </p:nvSpPr>
        <p:spPr>
          <a:xfrm>
            <a:off x="640080" y="4674240"/>
            <a:ext cx="10906920" cy="18000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06" strike="noStrike">
                <a:solidFill>
                  <a:srgbClr val="f5a623"/>
                </a:solidFill>
                <a:latin typeface="Inter"/>
                <a:ea typeface="DejaVu Sans"/>
              </a:rPr>
              <a:t>LINEAGE DE GOLD.CLIENT_UNIQUE (LISTE OU SCHÉMA)</a:t>
            </a:r>
            <a:endParaRPr b="0" lang="fr-FR" sz="1100" spc="-1" strike="noStrike">
              <a:latin typeface="Arial"/>
            </a:endParaRPr>
          </a:p>
        </p:txBody>
      </p:sp>
      <p:sp>
        <p:nvSpPr>
          <p:cNvPr id="555" name="Zone à rédiger"/>
          <p:cNvSpPr/>
          <p:nvPr/>
        </p:nvSpPr>
        <p:spPr>
          <a:xfrm>
            <a:off x="640080" y="4929840"/>
            <a:ext cx="10906920" cy="119484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rIns="137160" tIns="73080" bIns="73080" anchor="t">
            <a:noAutofit/>
          </a:bodyPr>
          <a:p>
            <a:pPr>
              <a:lnSpc>
                <a:spcPct val="100000"/>
              </a:lnSpc>
              <a:buNone/>
            </a:pPr>
            <a:r>
              <a:rPr b="0" i="1" lang="fr-FR" sz="1200" spc="-1" strike="noStrike">
                <a:solidFill>
                  <a:srgbClr val="8e99a4"/>
                </a:solidFill>
                <a:latin typeface="Inter"/>
                <a:ea typeface="DejaVu Sans"/>
              </a:rPr>
              <a:t>[Insérez un schéma ou une liste : sources, bronze, silver, xref, gold]</a:t>
            </a:r>
            <a:endParaRPr b="0" lang="fr-FR" sz="1200" spc="-1" strike="noStrike">
              <a:latin typeface="Arial"/>
            </a:endParaRPr>
          </a:p>
        </p:txBody>
      </p:sp>
    </p:spTree>
  </p:cSld>
  <mc:AlternateContent>
    <mc:Choice Requires="p14">
      <p:transition spd="slow" p14:dur="2000"/>
    </mc:Choice>
    <mc:Fallback>
      <p:transition spd="slow"/>
    </mc:Fallback>
  </mc:AlternateContent>
</p:sld>
</file>

<file path=ppt/slides/slide3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56" name="PlaceHolder 1"/>
          <p:cNvSpPr>
            <a:spLocks noGrp="1"/>
          </p:cNvSpPr>
          <p:nvPr>
            <p:ph type="title"/>
          </p:nvPr>
        </p:nvSpPr>
        <p:spPr>
          <a:xfrm>
            <a:off x="640080" y="502920"/>
            <a:ext cx="10906920" cy="729720"/>
          </a:xfrm>
          <a:prstGeom prst="rect">
            <a:avLst/>
          </a:prstGeom>
          <a:noFill/>
          <a:ln w="0">
            <a:noFill/>
          </a:ln>
        </p:spPr>
        <p:txBody>
          <a:bodyPr lIns="0" rIns="0" tIns="0" bIns="0" anchor="t">
            <a:noAutofit/>
          </a:bodyPr>
          <a:p>
            <a:pPr>
              <a:lnSpc>
                <a:spcPct val="100000"/>
              </a:lnSpc>
              <a:buNone/>
              <a:tabLst>
                <a:tab algn="l" pos="0"/>
              </a:tabLst>
            </a:pPr>
            <a:r>
              <a:rPr b="0" lang="en-US" sz="2800" spc="-1" strike="noStrike">
                <a:solidFill>
                  <a:srgbClr val="f7f6f2"/>
                </a:solidFill>
                <a:latin typeface="Fraunces SemiBold"/>
                <a:ea typeface="Fraunces SemiBold"/>
              </a:rPr>
              <a:t>Bilan de S5 : critères de fin et difficultés</a:t>
            </a:r>
            <a:endParaRPr b="0" lang="fr-FR" sz="2800" spc="-1" strike="noStrike">
              <a:latin typeface="Arial"/>
            </a:endParaRPr>
          </a:p>
        </p:txBody>
      </p:sp>
      <p:sp>
        <p:nvSpPr>
          <p:cNvPr id="557" name="PlaceHolder 2"/>
          <p:cNvSpPr>
            <a:spLocks noGrp="1"/>
          </p:cNvSpPr>
          <p:nvPr>
            <p:ph type="sldNum" idx="41"/>
          </p:nvPr>
        </p:nvSpPr>
        <p:spPr>
          <a:xfrm>
            <a:off x="10820160" y="6309360"/>
            <a:ext cx="729720" cy="29088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2742F21C-0575-4119-A5F7-1BB5398D5547}"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558" name="TextBox 25"/>
          <p:cNvSpPr/>
          <p:nvPr/>
        </p:nvSpPr>
        <p:spPr>
          <a:xfrm>
            <a:off x="640080" y="283680"/>
            <a:ext cx="8044920" cy="18000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88" strike="noStrike">
                <a:solidFill>
                  <a:srgbClr val="f5a623"/>
                </a:solidFill>
                <a:latin typeface="Inter"/>
                <a:ea typeface="DejaVu Sans"/>
              </a:rPr>
              <a:t>S5 · BILAN</a:t>
            </a:r>
            <a:endParaRPr b="0" lang="fr-FR" sz="1100" spc="-1" strike="noStrike">
              <a:latin typeface="Arial"/>
            </a:endParaRPr>
          </a:p>
        </p:txBody>
      </p:sp>
      <p:sp>
        <p:nvSpPr>
          <p:cNvPr id="559" name="TextBox 26"/>
          <p:cNvSpPr/>
          <p:nvPr/>
        </p:nvSpPr>
        <p:spPr>
          <a:xfrm>
            <a:off x="6976800" y="291960"/>
            <a:ext cx="4570200" cy="163440"/>
          </a:xfrm>
          <a:prstGeom prst="rect">
            <a:avLst/>
          </a:prstGeom>
          <a:noFill/>
          <a:ln w="0">
            <a:noFill/>
          </a:ln>
        </p:spPr>
        <p:style>
          <a:lnRef idx="0"/>
          <a:fillRef idx="0"/>
          <a:effectRef idx="0"/>
          <a:fontRef idx="minor"/>
        </p:style>
        <p:txBody>
          <a:bodyPr lIns="0" rIns="0" tIns="0" bIns="0" anchor="ctr">
            <a:spAutoFit/>
          </a:bodyPr>
          <a:p>
            <a:pPr algn="r">
              <a:lnSpc>
                <a:spcPct val="108000"/>
              </a:lnSpc>
              <a:spcAft>
                <a:spcPts val="400"/>
              </a:spcAft>
              <a:buNone/>
            </a:pPr>
            <a:r>
              <a:rPr b="1" lang="fr-FR" sz="1000" spc="106" strike="noStrike">
                <a:solidFill>
                  <a:srgbClr val="0f9b8e"/>
                </a:solidFill>
                <a:latin typeface="Inter"/>
                <a:ea typeface="DejaVu Sans"/>
              </a:rPr>
              <a:t>CRITÈRE : PREUVE ET CERTIFICAT · 20 %</a:t>
            </a:r>
            <a:endParaRPr b="0" lang="fr-FR" sz="1000" spc="-1" strike="noStrike">
              <a:latin typeface="Arial"/>
            </a:endParaRPr>
          </a:p>
        </p:txBody>
      </p:sp>
      <p:sp>
        <p:nvSpPr>
          <p:cNvPr id="560" name="Attendu"/>
          <p:cNvSpPr/>
          <p:nvPr/>
        </p:nvSpPr>
        <p:spPr>
          <a:xfrm>
            <a:off x="640080" y="1325880"/>
            <a:ext cx="10906920" cy="106920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561" name="Attendu barre"/>
          <p:cNvSpPr/>
          <p:nvPr/>
        </p:nvSpPr>
        <p:spPr>
          <a:xfrm>
            <a:off x="640080" y="1325880"/>
            <a:ext cx="80640" cy="106920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562" name="Icône target" descr="Icône target"/>
          <p:cNvPicPr/>
          <p:nvPr/>
        </p:nvPicPr>
        <p:blipFill>
          <a:blip r:embed="rId1"/>
          <a:stretch/>
        </p:blipFill>
        <p:spPr>
          <a:xfrm>
            <a:off x="896040" y="1435680"/>
            <a:ext cx="272520" cy="272520"/>
          </a:xfrm>
          <a:prstGeom prst="rect">
            <a:avLst/>
          </a:prstGeom>
          <a:ln w="0">
            <a:noFill/>
          </a:ln>
        </p:spPr>
      </p:pic>
      <p:sp>
        <p:nvSpPr>
          <p:cNvPr id="563" name="TextBox 30"/>
          <p:cNvSpPr/>
          <p:nvPr/>
        </p:nvSpPr>
        <p:spPr>
          <a:xfrm>
            <a:off x="1261800" y="1473480"/>
            <a:ext cx="7313400" cy="19620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200" spc="126" strike="noStrike">
                <a:solidFill>
                  <a:srgbClr val="f5a623"/>
                </a:solidFill>
                <a:latin typeface="Inter"/>
                <a:ea typeface="DejaVu Sans"/>
              </a:rPr>
              <a:t>ATTENDU SUR CETTE PAGE</a:t>
            </a:r>
            <a:endParaRPr b="0" lang="fr-FR" sz="1200" spc="-1" strike="noStrike">
              <a:latin typeface="Arial"/>
            </a:endParaRPr>
          </a:p>
        </p:txBody>
      </p:sp>
      <p:sp>
        <p:nvSpPr>
          <p:cNvPr id="564" name="TextBox 31"/>
          <p:cNvSpPr/>
          <p:nvPr/>
        </p:nvSpPr>
        <p:spPr>
          <a:xfrm>
            <a:off x="914400" y="1783080"/>
            <a:ext cx="10358280" cy="465480"/>
          </a:xfrm>
          <a:prstGeom prst="rect">
            <a:avLst/>
          </a:prstGeom>
          <a:noFill/>
          <a:ln w="0">
            <a:noFill/>
          </a:ln>
        </p:spPr>
        <p:style>
          <a:lnRef idx="0"/>
          <a:fillRef idx="0"/>
          <a:effectRef idx="0"/>
          <a:fontRef idx="minor"/>
        </p:style>
        <p:txBody>
          <a:bodyPr lIns="0" rIns="0" tIns="0" bIns="0" anchor="t">
            <a:spAutoFit/>
          </a:bodyPr>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Chaque critère coché est </a:t>
            </a:r>
            <a:r>
              <a:rPr b="1" lang="fr-FR" sz="1300" spc="-1" strike="noStrike">
                <a:solidFill>
                  <a:srgbClr val="f5a623"/>
                </a:solidFill>
                <a:latin typeface="Inter"/>
                <a:ea typeface="DejaVu Sans"/>
              </a:rPr>
              <a:t>démontré</a:t>
            </a:r>
            <a:r>
              <a:rPr b="0" lang="fr-FR" sz="1300" spc="-1" strike="noStrike">
                <a:solidFill>
                  <a:srgbClr val="f7f6f2"/>
                </a:solidFill>
                <a:latin typeface="Inter"/>
                <a:ea typeface="DejaVu Sans"/>
              </a:rPr>
              <a:t> par une page de ce livrable ou par un fichier du dépôt.</a:t>
            </a:r>
            <a:endParaRPr b="0" lang="fr-FR" sz="1300" spc="-1" strike="noStrike">
              <a:latin typeface="Arial"/>
            </a:endParaRPr>
          </a:p>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Les difficultés sont </a:t>
            </a:r>
            <a:r>
              <a:rPr b="1" lang="fr-FR" sz="1300" spc="-1" strike="noStrike">
                <a:solidFill>
                  <a:srgbClr val="f5a623"/>
                </a:solidFill>
                <a:latin typeface="Inter"/>
                <a:ea typeface="DejaVu Sans"/>
              </a:rPr>
              <a:t>chiffrées en temps perdu</a:t>
            </a:r>
            <a:r>
              <a:rPr b="0" lang="fr-FR" sz="1300" spc="-1" strike="noStrike">
                <a:solidFill>
                  <a:srgbClr val="f7f6f2"/>
                </a:solidFill>
                <a:latin typeface="Inter"/>
                <a:ea typeface="DejaVu Sans"/>
              </a:rPr>
              <a:t> ; un point de reprise utilisé est </a:t>
            </a:r>
            <a:r>
              <a:rPr b="1" lang="fr-FR" sz="1300" spc="-1" strike="noStrike">
                <a:solidFill>
                  <a:srgbClr val="f5a623"/>
                </a:solidFill>
                <a:latin typeface="Inter"/>
                <a:ea typeface="DejaVu Sans"/>
              </a:rPr>
              <a:t>déclaré</a:t>
            </a:r>
            <a:r>
              <a:rPr b="0" lang="fr-FR" sz="1300" spc="-1" strike="noStrike">
                <a:solidFill>
                  <a:srgbClr val="f7f6f2"/>
                </a:solidFill>
                <a:latin typeface="Inter"/>
                <a:ea typeface="DejaVu Sans"/>
              </a:rPr>
              <a:t>.</a:t>
            </a:r>
            <a:endParaRPr b="0" lang="fr-FR" sz="1300" spc="-1" strike="noStrike">
              <a:latin typeface="Arial"/>
            </a:endParaRPr>
          </a:p>
        </p:txBody>
      </p:sp>
      <p:sp>
        <p:nvSpPr>
          <p:cNvPr id="565" name="Rectangle 32"/>
          <p:cNvSpPr/>
          <p:nvPr/>
        </p:nvSpPr>
        <p:spPr>
          <a:xfrm>
            <a:off x="640080" y="2579760"/>
            <a:ext cx="5118840" cy="3544920"/>
          </a:xfrm>
          <a:prstGeom prst="rect">
            <a:avLst/>
          </a:prstGeom>
          <a:solidFill>
            <a:srgbClr val="1c2e3d"/>
          </a:solidFill>
          <a:ln>
            <a:solidFill>
              <a:srgbClr val="2a4156"/>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566" name="Icône ok" descr="Icône ok"/>
          <p:cNvPicPr/>
          <p:nvPr/>
        </p:nvPicPr>
        <p:blipFill>
          <a:blip r:embed="rId2"/>
          <a:stretch/>
        </p:blipFill>
        <p:spPr>
          <a:xfrm>
            <a:off x="868680" y="2735280"/>
            <a:ext cx="309240" cy="309240"/>
          </a:xfrm>
          <a:prstGeom prst="rect">
            <a:avLst/>
          </a:prstGeom>
          <a:ln w="0">
            <a:noFill/>
          </a:ln>
        </p:spPr>
      </p:pic>
      <p:sp>
        <p:nvSpPr>
          <p:cNvPr id="567" name="TextBox 34"/>
          <p:cNvSpPr/>
          <p:nvPr/>
        </p:nvSpPr>
        <p:spPr>
          <a:xfrm>
            <a:off x="1289160" y="2783160"/>
            <a:ext cx="4570200" cy="21312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300" spc="106" strike="noStrike">
                <a:solidFill>
                  <a:srgbClr val="f7f6f2"/>
                </a:solidFill>
                <a:latin typeface="Inter"/>
                <a:ea typeface="DejaVu Sans"/>
              </a:rPr>
              <a:t>CRITÈRES DE FIN</a:t>
            </a:r>
            <a:endParaRPr b="0" lang="fr-FR" sz="1300" spc="-1" strike="noStrike">
              <a:latin typeface="Arial"/>
            </a:endParaRPr>
          </a:p>
        </p:txBody>
      </p:sp>
      <p:sp>
        <p:nvSpPr>
          <p:cNvPr id="568" name="TextBox 35"/>
          <p:cNvSpPr/>
          <p:nvPr/>
        </p:nvSpPr>
        <p:spPr>
          <a:xfrm>
            <a:off x="868680" y="3219840"/>
            <a:ext cx="4661640" cy="1910880"/>
          </a:xfrm>
          <a:prstGeom prst="rect">
            <a:avLst/>
          </a:prstGeom>
          <a:noFill/>
          <a:ln w="0">
            <a:noFill/>
          </a:ln>
        </p:spPr>
        <p:style>
          <a:lnRef idx="0"/>
          <a:fillRef idx="0"/>
          <a:effectRef idx="0"/>
          <a:fontRef idx="minor"/>
        </p:style>
        <p:txBody>
          <a:bodyPr lIns="0" rIns="0" tIns="0" bIns="0" anchor="t">
            <a:spAutoFit/>
          </a:bodyPr>
          <a:p>
            <a:pPr>
              <a:lnSpc>
                <a:spcPct val="108000"/>
              </a:lnSpc>
              <a:spcAft>
                <a:spcPts val="700"/>
              </a:spcAft>
              <a:buNone/>
            </a:pPr>
            <a:r>
              <a:rPr b="0" lang="fr-FR" sz="1250" spc="-1" strike="noStrike">
                <a:solidFill>
                  <a:srgbClr val="f7f6f2"/>
                </a:solidFill>
                <a:latin typeface="Consolas"/>
                <a:ea typeface="DejaVu Sans"/>
              </a:rPr>
              <a:t>[ ]</a:t>
            </a:r>
            <a:r>
              <a:rPr b="0" lang="fr-FR" sz="1250" spc="-1" strike="noStrike">
                <a:solidFill>
                  <a:srgbClr val="f7f6f2"/>
                </a:solidFill>
                <a:latin typeface="Inter"/>
                <a:ea typeface="DejaVu Sans"/>
              </a:rPr>
              <a:t> Un lot volontairement dégradé produit un NO_GO, le lot nominal un GO.</a:t>
            </a:r>
            <a:endParaRPr b="0" lang="fr-FR" sz="1250" spc="-1" strike="noStrike">
              <a:latin typeface="Arial"/>
            </a:endParaRPr>
          </a:p>
          <a:p>
            <a:pPr>
              <a:lnSpc>
                <a:spcPct val="108000"/>
              </a:lnSpc>
              <a:spcAft>
                <a:spcPts val="700"/>
              </a:spcAft>
              <a:buNone/>
            </a:pPr>
            <a:r>
              <a:rPr b="0" lang="fr-FR" sz="1250" spc="-1" strike="noStrike">
                <a:solidFill>
                  <a:srgbClr val="f7f6f2"/>
                </a:solidFill>
                <a:latin typeface="Consolas"/>
                <a:ea typeface="DejaVu Sans"/>
              </a:rPr>
              <a:t>[ ]</a:t>
            </a:r>
            <a:r>
              <a:rPr b="0" lang="fr-FR" sz="1250" spc="-1" strike="noStrike">
                <a:solidFill>
                  <a:srgbClr val="f7f6f2"/>
                </a:solidFill>
                <a:latin typeface="Inter"/>
                <a:ea typeface="DejaVu Sans"/>
              </a:rPr>
              <a:t> La publication refuse sans certificat, avec NO_GO, et quand le gold a changé.</a:t>
            </a:r>
            <a:endParaRPr b="0" lang="fr-FR" sz="1250" spc="-1" strike="noStrike">
              <a:latin typeface="Arial"/>
            </a:endParaRPr>
          </a:p>
          <a:p>
            <a:pPr>
              <a:lnSpc>
                <a:spcPct val="108000"/>
              </a:lnSpc>
              <a:spcAft>
                <a:spcPts val="700"/>
              </a:spcAft>
              <a:buNone/>
            </a:pPr>
            <a:r>
              <a:rPr b="0" lang="fr-FR" sz="1250" spc="-1" strike="noStrike">
                <a:solidFill>
                  <a:srgbClr val="f7f6f2"/>
                </a:solidFill>
                <a:latin typeface="Consolas"/>
                <a:ea typeface="DejaVu Sans"/>
              </a:rPr>
              <a:t>[ ]</a:t>
            </a:r>
            <a:r>
              <a:rPr b="0" lang="fr-FR" sz="1250" spc="-1" strike="noStrike">
                <a:solidFill>
                  <a:srgbClr val="f7f6f2"/>
                </a:solidFill>
                <a:latin typeface="Inter"/>
                <a:ea typeface="DejaVu Sans"/>
              </a:rPr>
              <a:t> Après chargement, comptage et somme de contrôle sont égaux entre gold et CRM cible.</a:t>
            </a:r>
            <a:endParaRPr b="0" lang="fr-FR" sz="1250" spc="-1" strike="noStrike">
              <a:latin typeface="Arial"/>
            </a:endParaRPr>
          </a:p>
          <a:p>
            <a:pPr>
              <a:lnSpc>
                <a:spcPct val="108000"/>
              </a:lnSpc>
              <a:spcAft>
                <a:spcPts val="700"/>
              </a:spcAft>
              <a:buNone/>
            </a:pPr>
            <a:r>
              <a:rPr b="0" lang="fr-FR" sz="1250" spc="-1" strike="noStrike">
                <a:solidFill>
                  <a:srgbClr val="f7f6f2"/>
                </a:solidFill>
                <a:latin typeface="Consolas"/>
                <a:ea typeface="DejaVu Sans"/>
              </a:rPr>
              <a:t>[ ]</a:t>
            </a:r>
            <a:r>
              <a:rPr b="0" lang="fr-FR" sz="1250" spc="-1" strike="noStrike">
                <a:solidFill>
                  <a:srgbClr val="f7f6f2"/>
                </a:solidFill>
                <a:latin typeface="Inter"/>
                <a:ea typeface="DejaVu Sans"/>
              </a:rPr>
              <a:t> Chaque décision de seuil ou de sévérité est attribuée à un rôle.</a:t>
            </a:r>
            <a:endParaRPr b="0" lang="fr-FR" sz="1250" spc="-1" strike="noStrike">
              <a:latin typeface="Arial"/>
            </a:endParaRPr>
          </a:p>
        </p:txBody>
      </p:sp>
      <p:sp>
        <p:nvSpPr>
          <p:cNvPr id="569" name="TextBox 36"/>
          <p:cNvSpPr/>
          <p:nvPr/>
        </p:nvSpPr>
        <p:spPr>
          <a:xfrm>
            <a:off x="640080" y="5852160"/>
            <a:ext cx="10906920" cy="180360"/>
          </a:xfrm>
          <a:prstGeom prst="rect">
            <a:avLst/>
          </a:prstGeom>
          <a:noFill/>
          <a:ln w="0">
            <a:noFill/>
          </a:ln>
        </p:spPr>
        <p:style>
          <a:lnRef idx="0"/>
          <a:fillRef idx="0"/>
          <a:effectRef idx="0"/>
          <a:fontRef idx="minor"/>
        </p:style>
        <p:txBody>
          <a:bodyPr lIns="0" rIns="0" tIns="0" bIns="0" anchor="t">
            <a:spAutoFit/>
          </a:bodyPr>
          <a:p>
            <a:pPr>
              <a:lnSpc>
                <a:spcPct val="108000"/>
              </a:lnSpc>
              <a:spcAft>
                <a:spcPts val="400"/>
              </a:spcAft>
              <a:buNone/>
            </a:pPr>
            <a:r>
              <a:rPr b="0" i="1" lang="fr-FR" sz="1100" spc="-1" strike="noStrike">
                <a:solidFill>
                  <a:srgbClr val="8e99a4"/>
                </a:solidFill>
                <a:latin typeface="Inter"/>
                <a:ea typeface="DejaVu Sans"/>
              </a:rPr>
              <a:t>Remplacez [ ] par [x] une fois le critère démontré.</a:t>
            </a:r>
            <a:endParaRPr b="0" lang="fr-FR" sz="1100" spc="-1" strike="noStrike">
              <a:latin typeface="Arial"/>
            </a:endParaRPr>
          </a:p>
        </p:txBody>
      </p:sp>
      <p:sp>
        <p:nvSpPr>
          <p:cNvPr id="570" name="TextBox 37"/>
          <p:cNvSpPr/>
          <p:nvPr/>
        </p:nvSpPr>
        <p:spPr>
          <a:xfrm>
            <a:off x="5943600" y="2616840"/>
            <a:ext cx="5603400" cy="18000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06" strike="noStrike">
                <a:solidFill>
                  <a:srgbClr val="f5a623"/>
                </a:solidFill>
                <a:latin typeface="Inter"/>
                <a:ea typeface="DejaVu Sans"/>
              </a:rPr>
              <a:t>DIFFICULTÉS RENCONTRÉES ET TEMPS PERDU</a:t>
            </a:r>
            <a:endParaRPr b="0" lang="fr-FR" sz="1100" spc="-1" strike="noStrike">
              <a:latin typeface="Arial"/>
            </a:endParaRPr>
          </a:p>
        </p:txBody>
      </p:sp>
      <p:sp>
        <p:nvSpPr>
          <p:cNvPr id="571" name="Zone à rédiger"/>
          <p:cNvSpPr/>
          <p:nvPr/>
        </p:nvSpPr>
        <p:spPr>
          <a:xfrm>
            <a:off x="5943600" y="2872440"/>
            <a:ext cx="5603400" cy="116856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rIns="137160" tIns="73080" bIns="73080" anchor="t">
            <a:noAutofit/>
          </a:bodyPr>
          <a:p>
            <a:pPr>
              <a:lnSpc>
                <a:spcPct val="100000"/>
              </a:lnSpc>
              <a:buNone/>
            </a:pPr>
            <a:r>
              <a:rPr b="0" i="1" lang="fr-FR" sz="1200" spc="-1" strike="noStrike">
                <a:solidFill>
                  <a:srgbClr val="8e99a4"/>
                </a:solidFill>
                <a:latin typeface="Inter"/>
                <a:ea typeface="DejaVu Sans"/>
              </a:rPr>
              <a:t>[Rédigez ici]</a:t>
            </a:r>
            <a:endParaRPr b="0" lang="fr-FR" sz="1200" spc="-1" strike="noStrike">
              <a:latin typeface="Arial"/>
            </a:endParaRPr>
          </a:p>
        </p:txBody>
      </p:sp>
      <p:sp>
        <p:nvSpPr>
          <p:cNvPr id="572" name="TextBox 39"/>
          <p:cNvSpPr/>
          <p:nvPr/>
        </p:nvSpPr>
        <p:spPr>
          <a:xfrm>
            <a:off x="5943600" y="4217040"/>
            <a:ext cx="5603400" cy="18000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06" strike="noStrike">
                <a:solidFill>
                  <a:srgbClr val="f5a623"/>
                </a:solidFill>
                <a:latin typeface="Inter"/>
                <a:ea typeface="DejaVu Sans"/>
              </a:rPr>
              <a:t>POINT DE REPRISE UTILISÉ (OUI / NON, LEQUEL)</a:t>
            </a:r>
            <a:endParaRPr b="0" lang="fr-FR" sz="1100" spc="-1" strike="noStrike">
              <a:latin typeface="Arial"/>
            </a:endParaRPr>
          </a:p>
        </p:txBody>
      </p:sp>
      <p:sp>
        <p:nvSpPr>
          <p:cNvPr id="573" name="Zone à rédiger"/>
          <p:cNvSpPr/>
          <p:nvPr/>
        </p:nvSpPr>
        <p:spPr>
          <a:xfrm>
            <a:off x="5943600" y="4472640"/>
            <a:ext cx="5603400" cy="61992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rIns="137160" tIns="73080" bIns="73080" anchor="t">
            <a:noAutofit/>
          </a:bodyPr>
          <a:p>
            <a:pPr>
              <a:lnSpc>
                <a:spcPct val="100000"/>
              </a:lnSpc>
              <a:buNone/>
            </a:pPr>
            <a:r>
              <a:rPr b="0" i="1" lang="fr-FR" sz="1200" spc="-1" strike="noStrike">
                <a:solidFill>
                  <a:srgbClr val="8e99a4"/>
                </a:solidFill>
                <a:latin typeface="Inter"/>
                <a:ea typeface="DejaVu Sans"/>
              </a:rPr>
              <a:t>[Rédigez ici]</a:t>
            </a:r>
            <a:endParaRPr b="0" lang="fr-FR" sz="1200" spc="-1" strike="noStrike">
              <a:latin typeface="Arial"/>
            </a:endParaRPr>
          </a:p>
        </p:txBody>
      </p:sp>
      <p:sp>
        <p:nvSpPr>
          <p:cNvPr id="574" name="TextBox 41"/>
          <p:cNvSpPr/>
          <p:nvPr/>
        </p:nvSpPr>
        <p:spPr>
          <a:xfrm>
            <a:off x="5943600" y="5268600"/>
            <a:ext cx="5603400" cy="18000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06" strike="noStrike">
                <a:solidFill>
                  <a:srgbClr val="f5a623"/>
                </a:solidFill>
                <a:latin typeface="Inter"/>
                <a:ea typeface="DejaVu Sans"/>
              </a:rPr>
              <a:t>CE QUE NOUS FERIONS AUTREMENT</a:t>
            </a:r>
            <a:endParaRPr b="0" lang="fr-FR" sz="1100" spc="-1" strike="noStrike">
              <a:latin typeface="Arial"/>
            </a:endParaRPr>
          </a:p>
        </p:txBody>
      </p:sp>
      <p:sp>
        <p:nvSpPr>
          <p:cNvPr id="575" name="Zone à rédiger"/>
          <p:cNvSpPr/>
          <p:nvPr/>
        </p:nvSpPr>
        <p:spPr>
          <a:xfrm>
            <a:off x="5943600" y="5524200"/>
            <a:ext cx="5603400" cy="60048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rIns="137160" tIns="73080" bIns="73080" anchor="t">
            <a:noAutofit/>
          </a:bodyPr>
          <a:p>
            <a:pPr>
              <a:lnSpc>
                <a:spcPct val="100000"/>
              </a:lnSpc>
              <a:buNone/>
            </a:pPr>
            <a:r>
              <a:rPr b="0" i="1" lang="fr-FR" sz="1200" spc="-1" strike="noStrike">
                <a:solidFill>
                  <a:srgbClr val="8e99a4"/>
                </a:solidFill>
                <a:latin typeface="Inter"/>
                <a:ea typeface="DejaVu Sans"/>
              </a:rPr>
              <a:t>[Rédigez ici]</a:t>
            </a:r>
            <a:endParaRPr b="0" lang="fr-FR" sz="1200" spc="-1" strike="noStrike">
              <a:latin typeface="Arial"/>
            </a:endParaRPr>
          </a:p>
        </p:txBody>
      </p:sp>
    </p:spTree>
  </p:cSld>
  <mc:AlternateContent>
    <mc:Choice Requires="p14">
      <p:transition spd="slow" p14:dur="2000"/>
    </mc:Choice>
    <mc:Fallback>
      <p:transition spd="slow"/>
    </mc:Fallback>
  </mc:AlternateContent>
</p:sld>
</file>

<file path=ppt/slides/slide3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76" name="PlaceHolder 1"/>
          <p:cNvSpPr>
            <a:spLocks noGrp="1"/>
          </p:cNvSpPr>
          <p:nvPr>
            <p:ph/>
          </p:nvPr>
        </p:nvSpPr>
        <p:spPr>
          <a:xfrm>
            <a:off x="640080" y="2011680"/>
            <a:ext cx="2741400" cy="1186920"/>
          </a:xfrm>
          <a:prstGeom prst="rect">
            <a:avLst/>
          </a:prstGeom>
          <a:noFill/>
          <a:ln w="0">
            <a:noFill/>
          </a:ln>
        </p:spPr>
        <p:txBody>
          <a:bodyPr lIns="90000" rIns="90000" tIns="45000" bIns="45000" anchor="t">
            <a:noAutofit/>
          </a:bodyPr>
          <a:p>
            <a:pPr>
              <a:lnSpc>
                <a:spcPct val="100000"/>
              </a:lnSpc>
              <a:spcBef>
                <a:spcPts val="1440"/>
              </a:spcBef>
              <a:buNone/>
              <a:tabLst>
                <a:tab algn="l" pos="0"/>
              </a:tabLst>
            </a:pPr>
            <a:r>
              <a:rPr b="0" lang="en-US" sz="7200" spc="-1" strike="noStrike">
                <a:solidFill>
                  <a:srgbClr val="f5a623"/>
                </a:solidFill>
                <a:latin typeface="Fraunces SemiBold"/>
                <a:ea typeface="Fraunces SemiBold"/>
              </a:rPr>
              <a:t>06</a:t>
            </a:r>
            <a:endParaRPr b="0" lang="fr-FR" sz="7200" spc="-1" strike="noStrike">
              <a:latin typeface="Arial"/>
            </a:endParaRPr>
          </a:p>
        </p:txBody>
      </p:sp>
      <p:sp>
        <p:nvSpPr>
          <p:cNvPr id="577" name="PlaceHolder 2"/>
          <p:cNvSpPr>
            <a:spLocks noGrp="1"/>
          </p:cNvSpPr>
          <p:nvPr>
            <p:ph type="title"/>
          </p:nvPr>
        </p:nvSpPr>
        <p:spPr>
          <a:xfrm>
            <a:off x="640080" y="3200400"/>
            <a:ext cx="6581880" cy="1644120"/>
          </a:xfrm>
          <a:prstGeom prst="rect">
            <a:avLst/>
          </a:prstGeom>
          <a:noFill/>
          <a:ln w="0">
            <a:noFill/>
          </a:ln>
        </p:spPr>
        <p:txBody>
          <a:bodyPr lIns="90000" rIns="90000" tIns="45000" bIns="45000" anchor="t">
            <a:noAutofit/>
          </a:bodyPr>
          <a:p>
            <a:pPr>
              <a:lnSpc>
                <a:spcPct val="100000"/>
              </a:lnSpc>
              <a:buNone/>
              <a:tabLst>
                <a:tab algn="l" pos="0"/>
              </a:tabLst>
            </a:pPr>
            <a:r>
              <a:rPr b="0" lang="en-US" sz="4200" spc="-1" strike="noStrike">
                <a:solidFill>
                  <a:srgbClr val="f7f6f2"/>
                </a:solidFill>
                <a:latin typeface="Fraunces SemiBold"/>
                <a:ea typeface="Fraunces SemiBold"/>
              </a:rPr>
              <a:t>Dossier go/no-go</a:t>
            </a:r>
            <a:endParaRPr b="0" lang="fr-FR" sz="4200" spc="-1" strike="noStrike">
              <a:latin typeface="Arial"/>
            </a:endParaRPr>
          </a:p>
        </p:txBody>
      </p:sp>
      <p:sp>
        <p:nvSpPr>
          <p:cNvPr id="578" name="PlaceHolder 3"/>
          <p:cNvSpPr>
            <a:spLocks noGrp="1"/>
          </p:cNvSpPr>
          <p:nvPr>
            <p:ph type="sldNum" idx="42"/>
          </p:nvPr>
        </p:nvSpPr>
        <p:spPr>
          <a:xfrm>
            <a:off x="10820160" y="6309360"/>
            <a:ext cx="729720" cy="29088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38A3A1B9-12C9-4C22-BFE4-4C484961A770}"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579" name="TextBox 25"/>
          <p:cNvSpPr/>
          <p:nvPr/>
        </p:nvSpPr>
        <p:spPr>
          <a:xfrm>
            <a:off x="640080" y="4892040"/>
            <a:ext cx="6399000" cy="559080"/>
          </a:xfrm>
          <a:prstGeom prst="rect">
            <a:avLst/>
          </a:prstGeom>
          <a:noFill/>
          <a:ln w="0">
            <a:noFill/>
          </a:ln>
        </p:spPr>
        <p:style>
          <a:lnRef idx="0"/>
          <a:fillRef idx="0"/>
          <a:effectRef idx="0"/>
          <a:fontRef idx="minor"/>
        </p:style>
        <p:txBody>
          <a:bodyPr lIns="0" rIns="0" tIns="0" bIns="0" anchor="t">
            <a:spAutoFit/>
          </a:bodyPr>
          <a:p>
            <a:pPr>
              <a:lnSpc>
                <a:spcPct val="115000"/>
              </a:lnSpc>
              <a:spcAft>
                <a:spcPts val="400"/>
              </a:spcAft>
              <a:buNone/>
            </a:pPr>
            <a:r>
              <a:rPr b="0" lang="fr-FR" sz="1600" spc="-1" strike="noStrike">
                <a:solidFill>
                  <a:srgbClr val="b8c0c8"/>
                </a:solidFill>
                <a:latin typeface="Inter"/>
                <a:ea typeface="DejaVu Sans"/>
              </a:rPr>
              <a:t>Destinataire : la Directrice Générale. Un rapport court, sans jargon, quatre pages au plus hors annexes.</a:t>
            </a:r>
            <a:endParaRPr b="0" lang="fr-FR" sz="1600" spc="-1" strike="noStrike">
              <a:latin typeface="Arial"/>
            </a:endParaRPr>
          </a:p>
        </p:txBody>
      </p:sp>
    </p:spTree>
  </p:cSld>
  <mc:AlternateContent>
    <mc:Choice Requires="p14">
      <p:transition spd="slow" p14:dur="2000"/>
    </mc:Choice>
    <mc:Fallback>
      <p:transition spd="slow"/>
    </mc:Fallback>
  </mc:AlternateContent>
</p:sld>
</file>

<file path=ppt/slides/slide3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80" name="PlaceHolder 1"/>
          <p:cNvSpPr>
            <a:spLocks noGrp="1"/>
          </p:cNvSpPr>
          <p:nvPr>
            <p:ph type="title"/>
          </p:nvPr>
        </p:nvSpPr>
        <p:spPr>
          <a:xfrm>
            <a:off x="640080" y="502920"/>
            <a:ext cx="10906920" cy="729720"/>
          </a:xfrm>
          <a:prstGeom prst="rect">
            <a:avLst/>
          </a:prstGeom>
          <a:noFill/>
          <a:ln w="0">
            <a:noFill/>
          </a:ln>
        </p:spPr>
        <p:txBody>
          <a:bodyPr lIns="0" rIns="0" tIns="0" bIns="0" anchor="t">
            <a:noAutofit/>
          </a:bodyPr>
          <a:p>
            <a:pPr>
              <a:lnSpc>
                <a:spcPct val="100000"/>
              </a:lnSpc>
              <a:buNone/>
              <a:tabLst>
                <a:tab algn="l" pos="0"/>
              </a:tabLst>
            </a:pPr>
            <a:r>
              <a:rPr b="0" lang="en-US" sz="2800" spc="-1" strike="noStrike">
                <a:solidFill>
                  <a:srgbClr val="f7f6f2"/>
                </a:solidFill>
                <a:latin typeface="Fraunces SemiBold"/>
                <a:ea typeface="Fraunces SemiBold"/>
              </a:rPr>
              <a:t>Recommandation</a:t>
            </a:r>
            <a:endParaRPr b="0" lang="fr-FR" sz="2800" spc="-1" strike="noStrike">
              <a:latin typeface="Arial"/>
            </a:endParaRPr>
          </a:p>
        </p:txBody>
      </p:sp>
      <p:sp>
        <p:nvSpPr>
          <p:cNvPr id="581" name="PlaceHolder 2"/>
          <p:cNvSpPr>
            <a:spLocks noGrp="1"/>
          </p:cNvSpPr>
          <p:nvPr>
            <p:ph type="sldNum" idx="43"/>
          </p:nvPr>
        </p:nvSpPr>
        <p:spPr>
          <a:xfrm>
            <a:off x="10820160" y="6309360"/>
            <a:ext cx="729720" cy="29088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1C8B5CAF-11DA-40FF-B5B9-729A9D7B62A9}"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582" name="TextBox 25"/>
          <p:cNvSpPr/>
          <p:nvPr/>
        </p:nvSpPr>
        <p:spPr>
          <a:xfrm>
            <a:off x="640080" y="283680"/>
            <a:ext cx="8044920" cy="18000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88" strike="noStrike">
                <a:solidFill>
                  <a:srgbClr val="f5a623"/>
                </a:solidFill>
                <a:latin typeface="Inter"/>
                <a:ea typeface="DejaVu Sans"/>
              </a:rPr>
              <a:t>DOSSIER · 1 SUR 4</a:t>
            </a:r>
            <a:endParaRPr b="0" lang="fr-FR" sz="1100" spc="-1" strike="noStrike">
              <a:latin typeface="Arial"/>
            </a:endParaRPr>
          </a:p>
        </p:txBody>
      </p:sp>
      <p:sp>
        <p:nvSpPr>
          <p:cNvPr id="583" name="TextBox 26"/>
          <p:cNvSpPr/>
          <p:nvPr/>
        </p:nvSpPr>
        <p:spPr>
          <a:xfrm>
            <a:off x="6976800" y="291960"/>
            <a:ext cx="4570200" cy="163440"/>
          </a:xfrm>
          <a:prstGeom prst="rect">
            <a:avLst/>
          </a:prstGeom>
          <a:noFill/>
          <a:ln w="0">
            <a:noFill/>
          </a:ln>
        </p:spPr>
        <p:style>
          <a:lnRef idx="0"/>
          <a:fillRef idx="0"/>
          <a:effectRef idx="0"/>
          <a:fontRef idx="minor"/>
        </p:style>
        <p:txBody>
          <a:bodyPr lIns="0" rIns="0" tIns="0" bIns="0" anchor="ctr">
            <a:spAutoFit/>
          </a:bodyPr>
          <a:p>
            <a:pPr algn="r">
              <a:lnSpc>
                <a:spcPct val="108000"/>
              </a:lnSpc>
              <a:spcAft>
                <a:spcPts val="400"/>
              </a:spcAft>
              <a:buNone/>
            </a:pPr>
            <a:r>
              <a:rPr b="1" lang="fr-FR" sz="1000" spc="106" strike="noStrike">
                <a:solidFill>
                  <a:srgbClr val="0f9b8e"/>
                </a:solidFill>
                <a:latin typeface="Inter"/>
                <a:ea typeface="DejaVu Sans"/>
              </a:rPr>
              <a:t>CRITÈRE : GOUVERNANCE ET DÉCISION · 15 %</a:t>
            </a:r>
            <a:endParaRPr b="0" lang="fr-FR" sz="1000" spc="-1" strike="noStrike">
              <a:latin typeface="Arial"/>
            </a:endParaRPr>
          </a:p>
        </p:txBody>
      </p:sp>
      <p:sp>
        <p:nvSpPr>
          <p:cNvPr id="584" name="Attendu"/>
          <p:cNvSpPr/>
          <p:nvPr/>
        </p:nvSpPr>
        <p:spPr>
          <a:xfrm>
            <a:off x="640080" y="1325880"/>
            <a:ext cx="10906920" cy="132120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585" name="Attendu barre"/>
          <p:cNvSpPr/>
          <p:nvPr/>
        </p:nvSpPr>
        <p:spPr>
          <a:xfrm>
            <a:off x="640080" y="1325880"/>
            <a:ext cx="80640" cy="132120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586" name="Icône target" descr="Icône target"/>
          <p:cNvPicPr/>
          <p:nvPr/>
        </p:nvPicPr>
        <p:blipFill>
          <a:blip r:embed="rId1"/>
          <a:stretch/>
        </p:blipFill>
        <p:spPr>
          <a:xfrm>
            <a:off x="896040" y="1435680"/>
            <a:ext cx="272520" cy="272520"/>
          </a:xfrm>
          <a:prstGeom prst="rect">
            <a:avLst/>
          </a:prstGeom>
          <a:ln w="0">
            <a:noFill/>
          </a:ln>
        </p:spPr>
      </p:pic>
      <p:sp>
        <p:nvSpPr>
          <p:cNvPr id="587" name="TextBox 30"/>
          <p:cNvSpPr/>
          <p:nvPr/>
        </p:nvSpPr>
        <p:spPr>
          <a:xfrm>
            <a:off x="1261800" y="1473480"/>
            <a:ext cx="7313400" cy="19620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200" spc="126" strike="noStrike">
                <a:solidFill>
                  <a:srgbClr val="f5a623"/>
                </a:solidFill>
                <a:latin typeface="Inter"/>
                <a:ea typeface="DejaVu Sans"/>
              </a:rPr>
              <a:t>ATTENDU SUR CETTE PAGE</a:t>
            </a:r>
            <a:endParaRPr b="0" lang="fr-FR" sz="1200" spc="-1" strike="noStrike">
              <a:latin typeface="Arial"/>
            </a:endParaRPr>
          </a:p>
        </p:txBody>
      </p:sp>
      <p:sp>
        <p:nvSpPr>
          <p:cNvPr id="588" name="TextBox 31"/>
          <p:cNvSpPr/>
          <p:nvPr/>
        </p:nvSpPr>
        <p:spPr>
          <a:xfrm>
            <a:off x="914400" y="1783080"/>
            <a:ext cx="10358280" cy="717480"/>
          </a:xfrm>
          <a:prstGeom prst="rect">
            <a:avLst/>
          </a:prstGeom>
          <a:noFill/>
          <a:ln w="0">
            <a:noFill/>
          </a:ln>
        </p:spPr>
        <p:style>
          <a:lnRef idx="0"/>
          <a:fillRef idx="0"/>
          <a:effectRef idx="0"/>
          <a:fontRef idx="minor"/>
        </p:style>
        <p:txBody>
          <a:bodyPr lIns="0" rIns="0" tIns="0" bIns="0" anchor="t">
            <a:spAutoFit/>
          </a:bodyPr>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La </a:t>
            </a:r>
            <a:r>
              <a:rPr b="1" lang="fr-FR" sz="1300" spc="-1" strike="noStrike">
                <a:solidFill>
                  <a:srgbClr val="f5a623"/>
                </a:solidFill>
                <a:latin typeface="Inter"/>
                <a:ea typeface="DejaVu Sans"/>
              </a:rPr>
              <a:t>recommandation</a:t>
            </a:r>
            <a:r>
              <a:rPr b="0" lang="fr-FR" sz="1300" spc="-1" strike="noStrike">
                <a:solidFill>
                  <a:srgbClr val="f7f6f2"/>
                </a:solidFill>
                <a:latin typeface="Inter"/>
                <a:ea typeface="DejaVu Sans"/>
              </a:rPr>
              <a:t> : GO, NO-GO ou GO sous conditions, dite en une phrase.</a:t>
            </a:r>
            <a:endParaRPr b="0" lang="fr-FR" sz="1300" spc="-1" strike="noStrike">
              <a:latin typeface="Arial"/>
            </a:endParaRPr>
          </a:p>
          <a:p>
            <a:pPr marL="182880" indent="-182880">
              <a:lnSpc>
                <a:spcPct val="108000"/>
              </a:lnSpc>
              <a:spcAft>
                <a:spcPts val="300"/>
              </a:spcAft>
              <a:buClr>
                <a:srgbClr val="f5a623"/>
              </a:buClr>
              <a:buFont typeface="Symbol"/>
              <a:buChar char=""/>
            </a:pPr>
            <a:r>
              <a:rPr b="1" lang="fr-FR" sz="1300" spc="-1" strike="noStrike">
                <a:solidFill>
                  <a:srgbClr val="f5a623"/>
                </a:solidFill>
                <a:latin typeface="Inter"/>
                <a:ea typeface="DejaVu Sans"/>
              </a:rPr>
              <a:t>Trois raisons chiffrées</a:t>
            </a:r>
            <a:r>
              <a:rPr b="0" lang="fr-FR" sz="1300" spc="-1" strike="noStrike">
                <a:solidFill>
                  <a:srgbClr val="f7f6f2"/>
                </a:solidFill>
                <a:latin typeface="Inter"/>
                <a:ea typeface="DejaVu Sans"/>
              </a:rPr>
              <a:t>, chacune avec sa preuve dans le dépôt.</a:t>
            </a:r>
            <a:endParaRPr b="0" lang="fr-FR" sz="1300" spc="-1" strike="noStrike">
              <a:latin typeface="Arial"/>
            </a:endParaRPr>
          </a:p>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Lisible par une </a:t>
            </a:r>
            <a:r>
              <a:rPr b="1" lang="fr-FR" sz="1300" spc="-1" strike="noStrike">
                <a:solidFill>
                  <a:srgbClr val="f5a623"/>
                </a:solidFill>
                <a:latin typeface="Inter"/>
                <a:ea typeface="DejaVu Sans"/>
              </a:rPr>
              <a:t>non-technicienne</a:t>
            </a:r>
            <a:r>
              <a:rPr b="0" lang="fr-FR" sz="1300" spc="-1" strike="noStrike">
                <a:solidFill>
                  <a:srgbClr val="f7f6f2"/>
                </a:solidFill>
                <a:latin typeface="Inter"/>
                <a:ea typeface="DejaVu Sans"/>
              </a:rPr>
              <a:t> : aucun sigle sans définition.</a:t>
            </a:r>
            <a:endParaRPr b="0" lang="fr-FR" sz="1300" spc="-1" strike="noStrike">
              <a:latin typeface="Arial"/>
            </a:endParaRPr>
          </a:p>
        </p:txBody>
      </p:sp>
      <p:sp>
        <p:nvSpPr>
          <p:cNvPr id="589" name="TextBox 32"/>
          <p:cNvSpPr/>
          <p:nvPr/>
        </p:nvSpPr>
        <p:spPr>
          <a:xfrm>
            <a:off x="640080" y="2868840"/>
            <a:ext cx="10906920" cy="18000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06" strike="noStrike">
                <a:solidFill>
                  <a:srgbClr val="f5a623"/>
                </a:solidFill>
                <a:latin typeface="Inter"/>
                <a:ea typeface="DejaVu Sans"/>
              </a:rPr>
              <a:t>RECOMMANDATION</a:t>
            </a:r>
            <a:endParaRPr b="0" lang="fr-FR" sz="1100" spc="-1" strike="noStrike">
              <a:latin typeface="Arial"/>
            </a:endParaRPr>
          </a:p>
        </p:txBody>
      </p:sp>
      <p:sp>
        <p:nvSpPr>
          <p:cNvPr id="590" name="Zone à rédiger"/>
          <p:cNvSpPr/>
          <p:nvPr/>
        </p:nvSpPr>
        <p:spPr>
          <a:xfrm>
            <a:off x="640080" y="3124440"/>
            <a:ext cx="10906920" cy="80280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rIns="137160" tIns="73080" bIns="73080" anchor="t">
            <a:noAutofit/>
          </a:bodyPr>
          <a:p>
            <a:pPr>
              <a:lnSpc>
                <a:spcPct val="100000"/>
              </a:lnSpc>
              <a:buNone/>
            </a:pPr>
            <a:r>
              <a:rPr b="0" i="1" lang="fr-FR" sz="1200" spc="-1" strike="noStrike">
                <a:solidFill>
                  <a:srgbClr val="8e99a4"/>
                </a:solidFill>
                <a:latin typeface="Inter"/>
                <a:ea typeface="DejaVu Sans"/>
              </a:rPr>
              <a:t>[GO, NO-GO ou GO sous conditions : une phrase]</a:t>
            </a:r>
            <a:endParaRPr b="0" lang="fr-FR" sz="1200" spc="-1" strike="noStrike">
              <a:latin typeface="Arial"/>
            </a:endParaRPr>
          </a:p>
        </p:txBody>
      </p:sp>
      <p:sp>
        <p:nvSpPr>
          <p:cNvPr id="591" name="TextBox 34"/>
          <p:cNvSpPr/>
          <p:nvPr/>
        </p:nvSpPr>
        <p:spPr>
          <a:xfrm>
            <a:off x="640080" y="4103280"/>
            <a:ext cx="3512520" cy="18000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06" strike="noStrike">
                <a:solidFill>
                  <a:srgbClr val="f5a623"/>
                </a:solidFill>
                <a:latin typeface="Inter"/>
                <a:ea typeface="DejaVu Sans"/>
              </a:rPr>
              <a:t>RAISON CHIFFRÉE 1</a:t>
            </a:r>
            <a:endParaRPr b="0" lang="fr-FR" sz="1100" spc="-1" strike="noStrike">
              <a:latin typeface="Arial"/>
            </a:endParaRPr>
          </a:p>
        </p:txBody>
      </p:sp>
      <p:sp>
        <p:nvSpPr>
          <p:cNvPr id="592" name="Zone à rédiger"/>
          <p:cNvSpPr/>
          <p:nvPr/>
        </p:nvSpPr>
        <p:spPr>
          <a:xfrm>
            <a:off x="640080" y="4358880"/>
            <a:ext cx="3512520" cy="176580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rIns="137160" tIns="73080" bIns="73080" anchor="t">
            <a:noAutofit/>
          </a:bodyPr>
          <a:p>
            <a:pPr>
              <a:lnSpc>
                <a:spcPct val="100000"/>
              </a:lnSpc>
              <a:buNone/>
            </a:pPr>
            <a:r>
              <a:rPr b="0" i="1" lang="fr-FR" sz="1200" spc="-1" strike="noStrike">
                <a:solidFill>
                  <a:srgbClr val="8e99a4"/>
                </a:solidFill>
                <a:latin typeface="Inter"/>
                <a:ea typeface="DejaVu Sans"/>
              </a:rPr>
              <a:t>[Chiffre, couche, preuve]</a:t>
            </a:r>
            <a:endParaRPr b="0" lang="fr-FR" sz="1200" spc="-1" strike="noStrike">
              <a:latin typeface="Arial"/>
            </a:endParaRPr>
          </a:p>
        </p:txBody>
      </p:sp>
      <p:sp>
        <p:nvSpPr>
          <p:cNvPr id="593" name="TextBox 36"/>
          <p:cNvSpPr/>
          <p:nvPr/>
        </p:nvSpPr>
        <p:spPr>
          <a:xfrm>
            <a:off x="4337280" y="4103280"/>
            <a:ext cx="3512520" cy="18000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06" strike="noStrike">
                <a:solidFill>
                  <a:srgbClr val="f5a623"/>
                </a:solidFill>
                <a:latin typeface="Inter"/>
                <a:ea typeface="DejaVu Sans"/>
              </a:rPr>
              <a:t>RAISON CHIFFRÉE 2</a:t>
            </a:r>
            <a:endParaRPr b="0" lang="fr-FR" sz="1100" spc="-1" strike="noStrike">
              <a:latin typeface="Arial"/>
            </a:endParaRPr>
          </a:p>
        </p:txBody>
      </p:sp>
      <p:sp>
        <p:nvSpPr>
          <p:cNvPr id="594" name="Zone à rédiger"/>
          <p:cNvSpPr/>
          <p:nvPr/>
        </p:nvSpPr>
        <p:spPr>
          <a:xfrm>
            <a:off x="4337280" y="4358880"/>
            <a:ext cx="3512520" cy="176580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rIns="137160" tIns="73080" bIns="73080" anchor="t">
            <a:noAutofit/>
          </a:bodyPr>
          <a:p>
            <a:pPr>
              <a:lnSpc>
                <a:spcPct val="100000"/>
              </a:lnSpc>
              <a:buNone/>
            </a:pPr>
            <a:r>
              <a:rPr b="0" i="1" lang="fr-FR" sz="1200" spc="-1" strike="noStrike">
                <a:solidFill>
                  <a:srgbClr val="8e99a4"/>
                </a:solidFill>
                <a:latin typeface="Inter"/>
                <a:ea typeface="DejaVu Sans"/>
              </a:rPr>
              <a:t>[Chiffre, couche, preuve]</a:t>
            </a:r>
            <a:endParaRPr b="0" lang="fr-FR" sz="1200" spc="-1" strike="noStrike">
              <a:latin typeface="Arial"/>
            </a:endParaRPr>
          </a:p>
        </p:txBody>
      </p:sp>
      <p:sp>
        <p:nvSpPr>
          <p:cNvPr id="595" name="TextBox 38"/>
          <p:cNvSpPr/>
          <p:nvPr/>
        </p:nvSpPr>
        <p:spPr>
          <a:xfrm>
            <a:off x="8034480" y="4103280"/>
            <a:ext cx="3512520" cy="18000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06" strike="noStrike">
                <a:solidFill>
                  <a:srgbClr val="f5a623"/>
                </a:solidFill>
                <a:latin typeface="Inter"/>
                <a:ea typeface="DejaVu Sans"/>
              </a:rPr>
              <a:t>RAISON CHIFFRÉE 3</a:t>
            </a:r>
            <a:endParaRPr b="0" lang="fr-FR" sz="1100" spc="-1" strike="noStrike">
              <a:latin typeface="Arial"/>
            </a:endParaRPr>
          </a:p>
        </p:txBody>
      </p:sp>
      <p:sp>
        <p:nvSpPr>
          <p:cNvPr id="596" name="Zone à rédiger"/>
          <p:cNvSpPr/>
          <p:nvPr/>
        </p:nvSpPr>
        <p:spPr>
          <a:xfrm>
            <a:off x="8034480" y="4358880"/>
            <a:ext cx="3512520" cy="176580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rIns="137160" tIns="73080" bIns="73080" anchor="t">
            <a:noAutofit/>
          </a:bodyPr>
          <a:p>
            <a:pPr>
              <a:lnSpc>
                <a:spcPct val="100000"/>
              </a:lnSpc>
              <a:buNone/>
            </a:pPr>
            <a:r>
              <a:rPr b="0" i="1" lang="fr-FR" sz="1200" spc="-1" strike="noStrike">
                <a:solidFill>
                  <a:srgbClr val="8e99a4"/>
                </a:solidFill>
                <a:latin typeface="Inter"/>
                <a:ea typeface="DejaVu Sans"/>
              </a:rPr>
              <a:t>[Chiffre, couche, preuve]</a:t>
            </a:r>
            <a:endParaRPr b="0" lang="fr-FR" sz="1200" spc="-1" strike="noStrike">
              <a:latin typeface="Arial"/>
            </a:endParaRPr>
          </a:p>
        </p:txBody>
      </p:sp>
    </p:spTree>
  </p:cSld>
  <mc:AlternateContent>
    <mc:Choice Requires="p14">
      <p:transition spd="slow" p14:dur="2000"/>
    </mc:Choice>
    <mc:Fallback>
      <p:transition spd="slow"/>
    </mc:Fallback>
  </mc:AlternateContent>
</p:sld>
</file>

<file path=ppt/slides/slide4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97" name="PlaceHolder 1"/>
          <p:cNvSpPr>
            <a:spLocks noGrp="1"/>
          </p:cNvSpPr>
          <p:nvPr>
            <p:ph type="title"/>
          </p:nvPr>
        </p:nvSpPr>
        <p:spPr>
          <a:xfrm>
            <a:off x="640080" y="502920"/>
            <a:ext cx="10906920" cy="729720"/>
          </a:xfrm>
          <a:prstGeom prst="rect">
            <a:avLst/>
          </a:prstGeom>
          <a:noFill/>
          <a:ln w="0">
            <a:noFill/>
          </a:ln>
        </p:spPr>
        <p:txBody>
          <a:bodyPr lIns="0" rIns="0" tIns="0" bIns="0" anchor="t">
            <a:noAutofit/>
          </a:bodyPr>
          <a:p>
            <a:pPr>
              <a:lnSpc>
                <a:spcPct val="100000"/>
              </a:lnSpc>
              <a:buNone/>
              <a:tabLst>
                <a:tab algn="l" pos="0"/>
              </a:tabLst>
            </a:pPr>
            <a:r>
              <a:rPr b="0" lang="en-US" sz="2800" spc="-1" strike="noStrike">
                <a:solidFill>
                  <a:srgbClr val="f7f6f2"/>
                </a:solidFill>
                <a:latin typeface="Fraunces SemiBold"/>
                <a:ea typeface="Fraunces SemiBold"/>
              </a:rPr>
              <a:t>Les preuves</a:t>
            </a:r>
            <a:endParaRPr b="0" lang="fr-FR" sz="2800" spc="-1" strike="noStrike">
              <a:latin typeface="Arial"/>
            </a:endParaRPr>
          </a:p>
        </p:txBody>
      </p:sp>
      <p:sp>
        <p:nvSpPr>
          <p:cNvPr id="598" name="PlaceHolder 2"/>
          <p:cNvSpPr>
            <a:spLocks noGrp="1"/>
          </p:cNvSpPr>
          <p:nvPr>
            <p:ph type="sldNum" idx="44"/>
          </p:nvPr>
        </p:nvSpPr>
        <p:spPr>
          <a:xfrm>
            <a:off x="10820160" y="6309360"/>
            <a:ext cx="729720" cy="29088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0DAB943A-844B-49C7-8336-02AAADFF9150}"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599" name="TextBox 25"/>
          <p:cNvSpPr/>
          <p:nvPr/>
        </p:nvSpPr>
        <p:spPr>
          <a:xfrm>
            <a:off x="640080" y="283680"/>
            <a:ext cx="8044920" cy="18000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88" strike="noStrike">
                <a:solidFill>
                  <a:srgbClr val="f5a623"/>
                </a:solidFill>
                <a:latin typeface="Inter"/>
                <a:ea typeface="DejaVu Sans"/>
              </a:rPr>
              <a:t>DOSSIER · 2 SUR 4</a:t>
            </a:r>
            <a:endParaRPr b="0" lang="fr-FR" sz="1100" spc="-1" strike="noStrike">
              <a:latin typeface="Arial"/>
            </a:endParaRPr>
          </a:p>
        </p:txBody>
      </p:sp>
      <p:sp>
        <p:nvSpPr>
          <p:cNvPr id="600" name="TextBox 26"/>
          <p:cNvSpPr/>
          <p:nvPr/>
        </p:nvSpPr>
        <p:spPr>
          <a:xfrm>
            <a:off x="6976800" y="291960"/>
            <a:ext cx="4570200" cy="163440"/>
          </a:xfrm>
          <a:prstGeom prst="rect">
            <a:avLst/>
          </a:prstGeom>
          <a:noFill/>
          <a:ln w="0">
            <a:noFill/>
          </a:ln>
        </p:spPr>
        <p:style>
          <a:lnRef idx="0"/>
          <a:fillRef idx="0"/>
          <a:effectRef idx="0"/>
          <a:fontRef idx="minor"/>
        </p:style>
        <p:txBody>
          <a:bodyPr lIns="0" rIns="0" tIns="0" bIns="0" anchor="ctr">
            <a:spAutoFit/>
          </a:bodyPr>
          <a:p>
            <a:pPr algn="r">
              <a:lnSpc>
                <a:spcPct val="108000"/>
              </a:lnSpc>
              <a:spcAft>
                <a:spcPts val="400"/>
              </a:spcAft>
              <a:buNone/>
            </a:pPr>
            <a:r>
              <a:rPr b="1" lang="fr-FR" sz="1000" spc="106" strike="noStrike">
                <a:solidFill>
                  <a:srgbClr val="0f9b8e"/>
                </a:solidFill>
                <a:latin typeface="Inter"/>
                <a:ea typeface="DejaVu Sans"/>
              </a:rPr>
              <a:t>CRITÈRE : GOUVERNANCE ET DÉCISION · 15 %</a:t>
            </a:r>
            <a:endParaRPr b="0" lang="fr-FR" sz="1000" spc="-1" strike="noStrike">
              <a:latin typeface="Arial"/>
            </a:endParaRPr>
          </a:p>
        </p:txBody>
      </p:sp>
      <p:sp>
        <p:nvSpPr>
          <p:cNvPr id="601" name="Attendu"/>
          <p:cNvSpPr/>
          <p:nvPr/>
        </p:nvSpPr>
        <p:spPr>
          <a:xfrm>
            <a:off x="640080" y="1325880"/>
            <a:ext cx="10906920" cy="106920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602" name="Attendu barre"/>
          <p:cNvSpPr/>
          <p:nvPr/>
        </p:nvSpPr>
        <p:spPr>
          <a:xfrm>
            <a:off x="640080" y="1325880"/>
            <a:ext cx="80640" cy="106920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603" name="Icône target" descr="Icône target"/>
          <p:cNvPicPr/>
          <p:nvPr/>
        </p:nvPicPr>
        <p:blipFill>
          <a:blip r:embed="rId1"/>
          <a:stretch/>
        </p:blipFill>
        <p:spPr>
          <a:xfrm>
            <a:off x="896040" y="1435680"/>
            <a:ext cx="272520" cy="272520"/>
          </a:xfrm>
          <a:prstGeom prst="rect">
            <a:avLst/>
          </a:prstGeom>
          <a:ln w="0">
            <a:noFill/>
          </a:ln>
        </p:spPr>
      </p:pic>
      <p:sp>
        <p:nvSpPr>
          <p:cNvPr id="604" name="TextBox 30"/>
          <p:cNvSpPr/>
          <p:nvPr/>
        </p:nvSpPr>
        <p:spPr>
          <a:xfrm>
            <a:off x="1261800" y="1473480"/>
            <a:ext cx="7313400" cy="19620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200" spc="126" strike="noStrike">
                <a:solidFill>
                  <a:srgbClr val="f5a623"/>
                </a:solidFill>
                <a:latin typeface="Inter"/>
                <a:ea typeface="DejaVu Sans"/>
              </a:rPr>
              <a:t>ATTENDU SUR CETTE PAGE</a:t>
            </a:r>
            <a:endParaRPr b="0" lang="fr-FR" sz="1200" spc="-1" strike="noStrike">
              <a:latin typeface="Arial"/>
            </a:endParaRPr>
          </a:p>
        </p:txBody>
      </p:sp>
      <p:sp>
        <p:nvSpPr>
          <p:cNvPr id="605" name="TextBox 31"/>
          <p:cNvSpPr/>
          <p:nvPr/>
        </p:nvSpPr>
        <p:spPr>
          <a:xfrm>
            <a:off x="914400" y="1783080"/>
            <a:ext cx="10358280" cy="465480"/>
          </a:xfrm>
          <a:prstGeom prst="rect">
            <a:avLst/>
          </a:prstGeom>
          <a:noFill/>
          <a:ln w="0">
            <a:noFill/>
          </a:ln>
        </p:spPr>
        <p:style>
          <a:lnRef idx="0"/>
          <a:fillRef idx="0"/>
          <a:effectRef idx="0"/>
          <a:fontRef idx="minor"/>
        </p:style>
        <p:txBody>
          <a:bodyPr lIns="0" rIns="0" tIns="0" bIns="0" anchor="t">
            <a:spAutoFit/>
          </a:bodyPr>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La qualité </a:t>
            </a:r>
            <a:r>
              <a:rPr b="1" lang="fr-FR" sz="1300" spc="-1" strike="noStrike">
                <a:solidFill>
                  <a:srgbClr val="f5a623"/>
                </a:solidFill>
                <a:latin typeface="Inter"/>
                <a:ea typeface="DejaVu Sans"/>
              </a:rPr>
              <a:t>par dimension et par couche</a:t>
            </a:r>
            <a:r>
              <a:rPr b="0" lang="fr-FR" sz="1300" spc="-1" strike="noStrike">
                <a:solidFill>
                  <a:srgbClr val="f7f6f2"/>
                </a:solidFill>
                <a:latin typeface="Inter"/>
                <a:ea typeface="DejaVu Sans"/>
              </a:rPr>
              <a:t>, face au </a:t>
            </a:r>
            <a:r>
              <a:rPr b="1" lang="fr-FR" sz="1300" spc="-1" strike="noStrike">
                <a:solidFill>
                  <a:srgbClr val="f5a623"/>
                </a:solidFill>
                <a:latin typeface="Inter"/>
                <a:ea typeface="DejaVu Sans"/>
              </a:rPr>
              <a:t>seuil visé</a:t>
            </a:r>
            <a:r>
              <a:rPr b="0" lang="fr-FR" sz="1300" spc="-1" strike="noStrike">
                <a:solidFill>
                  <a:srgbClr val="f7f6f2"/>
                </a:solidFill>
                <a:latin typeface="Inter"/>
                <a:ea typeface="DejaVu Sans"/>
              </a:rPr>
              <a:t>.</a:t>
            </a:r>
            <a:endParaRPr b="0" lang="fr-FR" sz="1300" spc="-1" strike="noStrike">
              <a:latin typeface="Arial"/>
            </a:endParaRPr>
          </a:p>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Le </a:t>
            </a:r>
            <a:r>
              <a:rPr b="1" lang="fr-FR" sz="1300" spc="-1" strike="noStrike">
                <a:solidFill>
                  <a:srgbClr val="f5a623"/>
                </a:solidFill>
                <a:latin typeface="Inter"/>
                <a:ea typeface="DejaVu Sans"/>
              </a:rPr>
              <a:t>certificat</a:t>
            </a:r>
            <a:r>
              <a:rPr b="0" lang="fr-FR" sz="1300" spc="-1" strike="noStrike">
                <a:solidFill>
                  <a:srgbClr val="f7f6f2"/>
                </a:solidFill>
                <a:latin typeface="Inter"/>
                <a:ea typeface="DejaVu Sans"/>
              </a:rPr>
              <a:t> joint (numéro, décision, empreinte) et les </a:t>
            </a:r>
            <a:r>
              <a:rPr b="1" lang="fr-FR" sz="1300" spc="-1" strike="noStrike">
                <a:solidFill>
                  <a:srgbClr val="f5a623"/>
                </a:solidFill>
                <a:latin typeface="Inter"/>
                <a:ea typeface="DejaVu Sans"/>
              </a:rPr>
              <a:t>trois données retracées</a:t>
            </a:r>
            <a:r>
              <a:rPr b="0" lang="fr-FR" sz="1300" spc="-1" strike="noStrike">
                <a:solidFill>
                  <a:srgbClr val="f7f6f2"/>
                </a:solidFill>
                <a:latin typeface="Inter"/>
                <a:ea typeface="DejaVu Sans"/>
              </a:rPr>
              <a:t> en trois lignes.</a:t>
            </a:r>
            <a:endParaRPr b="0" lang="fr-FR" sz="1300" spc="-1" strike="noStrike">
              <a:latin typeface="Arial"/>
            </a:endParaRPr>
          </a:p>
        </p:txBody>
      </p:sp>
      <p:graphicFrame>
        <p:nvGraphicFramePr>
          <p:cNvPr id="606" name="Table 32"/>
          <p:cNvGraphicFramePr/>
          <p:nvPr/>
        </p:nvGraphicFramePr>
        <p:xfrm>
          <a:off x="640080" y="2534040"/>
          <a:ext cx="10908360" cy="1828440"/>
        </p:xfrm>
        <a:graphic>
          <a:graphicData uri="http://schemas.openxmlformats.org/drawingml/2006/table">
            <a:tbl>
              <a:tblPr/>
              <a:tblGrid>
                <a:gridCol w="2377440"/>
                <a:gridCol w="1645920"/>
                <a:gridCol w="1645920"/>
                <a:gridCol w="1645920"/>
                <a:gridCol w="1737360"/>
                <a:gridCol w="1856160"/>
              </a:tblGrid>
              <a:tr h="365760">
                <a:tc>
                  <a:txBody>
                    <a:bodyPr lIns="73080" rIns="73080" anchor="ctr">
                      <a:noAutofit/>
                    </a:bodyPr>
                    <a:p>
                      <a:pPr>
                        <a:lnSpc>
                          <a:spcPct val="100000"/>
                        </a:lnSpc>
                        <a:buNone/>
                      </a:pPr>
                      <a:r>
                        <a:rPr b="1" lang="en-US" sz="1100" spc="46" strike="noStrike">
                          <a:solidFill>
                            <a:srgbClr val="f5a623"/>
                          </a:solidFill>
                          <a:latin typeface="Inter"/>
                        </a:rPr>
                        <a:t>Dimension</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100" spc="46" strike="noStrike">
                          <a:solidFill>
                            <a:srgbClr val="f5a623"/>
                          </a:solidFill>
                          <a:latin typeface="Inter"/>
                        </a:rPr>
                        <a:t>Bronze</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100" spc="46" strike="noStrike">
                          <a:solidFill>
                            <a:srgbClr val="f5a623"/>
                          </a:solidFill>
                          <a:latin typeface="Inter"/>
                        </a:rPr>
                        <a:t>Silver</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100" spc="46" strike="noStrike">
                          <a:solidFill>
                            <a:srgbClr val="f5a623"/>
                          </a:solidFill>
                          <a:latin typeface="Inter"/>
                        </a:rPr>
                        <a:t>Gold</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100" spc="46" strike="noStrike">
                          <a:solidFill>
                            <a:srgbClr val="f5a623"/>
                          </a:solidFill>
                          <a:latin typeface="Inter"/>
                        </a:rPr>
                        <a:t>Seuil visé</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100" spc="46" strike="noStrike">
                          <a:solidFill>
                            <a:srgbClr val="f5a623"/>
                          </a:solidFill>
                          <a:latin typeface="Inter"/>
                        </a:rPr>
                        <a:t>Atteint ?</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r>
              <a:tr h="365760">
                <a:tc>
                  <a:txBody>
                    <a:bodyPr lIns="73080" rIns="73080" anchor="ctr">
                      <a:noAutofit/>
                    </a:bodyPr>
                    <a:p>
                      <a:pPr>
                        <a:lnSpc>
                          <a:spcPct val="100000"/>
                        </a:lnSpc>
                        <a:buNone/>
                      </a:pPr>
                      <a:r>
                        <a:rPr b="1" lang="en-US" sz="1200" spc="-1" strike="noStrike">
                          <a:solidFill>
                            <a:srgbClr val="f7f6f2"/>
                          </a:solidFill>
                          <a:latin typeface="Inter"/>
                        </a:rPr>
                        <a:t>Unicité</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65760">
                <a:tc>
                  <a:txBody>
                    <a:bodyPr lIns="73080" rIns="73080" anchor="ctr">
                      <a:noAutofit/>
                    </a:bodyPr>
                    <a:p>
                      <a:pPr>
                        <a:lnSpc>
                          <a:spcPct val="100000"/>
                        </a:lnSpc>
                        <a:buNone/>
                      </a:pPr>
                      <a:r>
                        <a:rPr b="1" lang="en-US" sz="1200" spc="-1" strike="noStrike">
                          <a:solidFill>
                            <a:srgbClr val="f7f6f2"/>
                          </a:solidFill>
                          <a:latin typeface="Inter"/>
                        </a:rPr>
                        <a:t>Complétude</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65760">
                <a:tc>
                  <a:txBody>
                    <a:bodyPr lIns="73080" rIns="73080" anchor="ctr">
                      <a:noAutofit/>
                    </a:bodyPr>
                    <a:p>
                      <a:pPr>
                        <a:lnSpc>
                          <a:spcPct val="100000"/>
                        </a:lnSpc>
                        <a:buNone/>
                      </a:pPr>
                      <a:r>
                        <a:rPr b="1" lang="en-US" sz="1200" spc="-1" strike="noStrike">
                          <a:solidFill>
                            <a:srgbClr val="f7f6f2"/>
                          </a:solidFill>
                          <a:latin typeface="Inter"/>
                        </a:rPr>
                        <a:t>Validité</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65760">
                <a:tc>
                  <a:txBody>
                    <a:bodyPr lIns="73080" rIns="73080" anchor="ctr">
                      <a:noAutofit/>
                    </a:bodyPr>
                    <a:p>
                      <a:pPr>
                        <a:lnSpc>
                          <a:spcPct val="100000"/>
                        </a:lnSpc>
                        <a:buNone/>
                      </a:pPr>
                      <a:r>
                        <a:rPr b="1" lang="en-US" sz="1200" spc="-1" strike="noStrike">
                          <a:solidFill>
                            <a:srgbClr val="f7f6f2"/>
                          </a:solidFill>
                          <a:latin typeface="Inter"/>
                        </a:rPr>
                        <a:t>Cohérence</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bl>
          </a:graphicData>
        </a:graphic>
      </p:graphicFrame>
      <p:sp>
        <p:nvSpPr>
          <p:cNvPr id="607" name="TextBox 33"/>
          <p:cNvSpPr/>
          <p:nvPr/>
        </p:nvSpPr>
        <p:spPr>
          <a:xfrm>
            <a:off x="640080" y="4537080"/>
            <a:ext cx="5347440" cy="18000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06" strike="noStrike">
                <a:solidFill>
                  <a:srgbClr val="f5a623"/>
                </a:solidFill>
                <a:latin typeface="Inter"/>
                <a:ea typeface="DejaVu Sans"/>
              </a:rPr>
              <a:t>CERTIFICAT JOINT</a:t>
            </a:r>
            <a:endParaRPr b="0" lang="fr-FR" sz="1100" spc="-1" strike="noStrike">
              <a:latin typeface="Arial"/>
            </a:endParaRPr>
          </a:p>
        </p:txBody>
      </p:sp>
      <p:sp>
        <p:nvSpPr>
          <p:cNvPr id="608" name="Zone à rédiger"/>
          <p:cNvSpPr/>
          <p:nvPr/>
        </p:nvSpPr>
        <p:spPr>
          <a:xfrm>
            <a:off x="640080" y="4792680"/>
            <a:ext cx="5347440" cy="133200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rIns="137160" tIns="73080" bIns="73080" anchor="t">
            <a:noAutofit/>
          </a:bodyPr>
          <a:p>
            <a:pPr>
              <a:lnSpc>
                <a:spcPct val="100000"/>
              </a:lnSpc>
              <a:buNone/>
            </a:pPr>
            <a:r>
              <a:rPr b="0" i="1" lang="fr-FR" sz="1200" spc="-1" strike="noStrike">
                <a:solidFill>
                  <a:srgbClr val="8e99a4"/>
                </a:solidFill>
                <a:latin typeface="Inter"/>
                <a:ea typeface="DejaVu Sans"/>
              </a:rPr>
              <a:t>[Numéro, décision, empreinte]</a:t>
            </a:r>
            <a:endParaRPr b="0" lang="fr-FR" sz="1200" spc="-1" strike="noStrike">
              <a:latin typeface="Arial"/>
            </a:endParaRPr>
          </a:p>
        </p:txBody>
      </p:sp>
      <p:sp>
        <p:nvSpPr>
          <p:cNvPr id="609" name="TextBox 35"/>
          <p:cNvSpPr/>
          <p:nvPr/>
        </p:nvSpPr>
        <p:spPr>
          <a:xfrm>
            <a:off x="6199560" y="4537080"/>
            <a:ext cx="5347440" cy="18000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06" strike="noStrike">
                <a:solidFill>
                  <a:srgbClr val="f5a623"/>
                </a:solidFill>
                <a:latin typeface="Inter"/>
                <a:ea typeface="DejaVu Sans"/>
              </a:rPr>
              <a:t>TROIS DONNÉES RETRACÉES, EN TROIS LIGNES</a:t>
            </a:r>
            <a:endParaRPr b="0" lang="fr-FR" sz="1100" spc="-1" strike="noStrike">
              <a:latin typeface="Arial"/>
            </a:endParaRPr>
          </a:p>
        </p:txBody>
      </p:sp>
      <p:sp>
        <p:nvSpPr>
          <p:cNvPr id="610" name="Zone à rédiger"/>
          <p:cNvSpPr/>
          <p:nvPr/>
        </p:nvSpPr>
        <p:spPr>
          <a:xfrm>
            <a:off x="6199560" y="4792680"/>
            <a:ext cx="5347440" cy="133200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rIns="137160" tIns="73080" bIns="73080" anchor="t">
            <a:noAutofit/>
          </a:bodyPr>
          <a:p>
            <a:pPr>
              <a:lnSpc>
                <a:spcPct val="100000"/>
              </a:lnSpc>
              <a:buNone/>
            </a:pPr>
            <a:r>
              <a:rPr b="0" i="1" lang="fr-FR" sz="1200" spc="-1" strike="noStrike">
                <a:solidFill>
                  <a:srgbClr val="8e99a4"/>
                </a:solidFill>
                <a:latin typeface="Inter"/>
                <a:ea typeface="DejaVu Sans"/>
              </a:rPr>
              <a:t>[Rédigez ici]</a:t>
            </a:r>
            <a:endParaRPr b="0" lang="fr-FR" sz="1200" spc="-1" strike="noStrike">
              <a:latin typeface="Arial"/>
            </a:endParaRPr>
          </a:p>
        </p:txBody>
      </p:sp>
    </p:spTree>
  </p:cSld>
  <mc:AlternateContent>
    <mc:Choice Requires="p14">
      <p:transition spd="slow" p14:dur="2000"/>
    </mc:Choice>
    <mc:Fallback>
      <p:transition spd="slow"/>
    </mc:Fallback>
  </mc:AlternateContent>
</p:sld>
</file>

<file path=ppt/slides/slide4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11" name="PlaceHolder 1"/>
          <p:cNvSpPr>
            <a:spLocks noGrp="1"/>
          </p:cNvSpPr>
          <p:nvPr>
            <p:ph type="title"/>
          </p:nvPr>
        </p:nvSpPr>
        <p:spPr>
          <a:xfrm>
            <a:off x="640080" y="502920"/>
            <a:ext cx="10906920" cy="729720"/>
          </a:xfrm>
          <a:prstGeom prst="rect">
            <a:avLst/>
          </a:prstGeom>
          <a:noFill/>
          <a:ln w="0">
            <a:noFill/>
          </a:ln>
        </p:spPr>
        <p:txBody>
          <a:bodyPr lIns="0" rIns="0" tIns="0" bIns="0" anchor="t">
            <a:noAutofit/>
          </a:bodyPr>
          <a:p>
            <a:pPr>
              <a:lnSpc>
                <a:spcPct val="100000"/>
              </a:lnSpc>
              <a:buNone/>
              <a:tabLst>
                <a:tab algn="l" pos="0"/>
              </a:tabLst>
            </a:pPr>
            <a:r>
              <a:rPr b="0" lang="en-US" sz="2800" spc="-1" strike="noStrike">
                <a:solidFill>
                  <a:srgbClr val="f7f6f2"/>
                </a:solidFill>
                <a:latin typeface="Fraunces SemiBold"/>
                <a:ea typeface="Fraunces SemiBold"/>
              </a:rPr>
              <a:t>Les écarts</a:t>
            </a:r>
            <a:endParaRPr b="0" lang="fr-FR" sz="2800" spc="-1" strike="noStrike">
              <a:latin typeface="Arial"/>
            </a:endParaRPr>
          </a:p>
        </p:txBody>
      </p:sp>
      <p:sp>
        <p:nvSpPr>
          <p:cNvPr id="612" name="PlaceHolder 2"/>
          <p:cNvSpPr>
            <a:spLocks noGrp="1"/>
          </p:cNvSpPr>
          <p:nvPr>
            <p:ph type="sldNum" idx="45"/>
          </p:nvPr>
        </p:nvSpPr>
        <p:spPr>
          <a:xfrm>
            <a:off x="10820160" y="6309360"/>
            <a:ext cx="729720" cy="29088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ADB4F982-5ADE-4D76-9E92-BC617D362AD0}"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613" name="TextBox 25"/>
          <p:cNvSpPr/>
          <p:nvPr/>
        </p:nvSpPr>
        <p:spPr>
          <a:xfrm>
            <a:off x="640080" y="283680"/>
            <a:ext cx="8044920" cy="18000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88" strike="noStrike">
                <a:solidFill>
                  <a:srgbClr val="f5a623"/>
                </a:solidFill>
                <a:latin typeface="Inter"/>
                <a:ea typeface="DejaVu Sans"/>
              </a:rPr>
              <a:t>DOSSIER · 3 SUR 4</a:t>
            </a:r>
            <a:endParaRPr b="0" lang="fr-FR" sz="1100" spc="-1" strike="noStrike">
              <a:latin typeface="Arial"/>
            </a:endParaRPr>
          </a:p>
        </p:txBody>
      </p:sp>
      <p:sp>
        <p:nvSpPr>
          <p:cNvPr id="614" name="TextBox 26"/>
          <p:cNvSpPr/>
          <p:nvPr/>
        </p:nvSpPr>
        <p:spPr>
          <a:xfrm>
            <a:off x="6976800" y="291960"/>
            <a:ext cx="4570200" cy="163440"/>
          </a:xfrm>
          <a:prstGeom prst="rect">
            <a:avLst/>
          </a:prstGeom>
          <a:noFill/>
          <a:ln w="0">
            <a:noFill/>
          </a:ln>
        </p:spPr>
        <p:style>
          <a:lnRef idx="0"/>
          <a:fillRef idx="0"/>
          <a:effectRef idx="0"/>
          <a:fontRef idx="minor"/>
        </p:style>
        <p:txBody>
          <a:bodyPr lIns="0" rIns="0" tIns="0" bIns="0" anchor="ctr">
            <a:spAutoFit/>
          </a:bodyPr>
          <a:p>
            <a:pPr algn="r">
              <a:lnSpc>
                <a:spcPct val="108000"/>
              </a:lnSpc>
              <a:spcAft>
                <a:spcPts val="400"/>
              </a:spcAft>
              <a:buNone/>
            </a:pPr>
            <a:r>
              <a:rPr b="1" lang="fr-FR" sz="1000" spc="106" strike="noStrike">
                <a:solidFill>
                  <a:srgbClr val="0f9b8e"/>
                </a:solidFill>
                <a:latin typeface="Inter"/>
                <a:ea typeface="DejaVu Sans"/>
              </a:rPr>
              <a:t>CRITÈRE : GOUVERNANCE ET DÉCISION · 15 %</a:t>
            </a:r>
            <a:endParaRPr b="0" lang="fr-FR" sz="1000" spc="-1" strike="noStrike">
              <a:latin typeface="Arial"/>
            </a:endParaRPr>
          </a:p>
        </p:txBody>
      </p:sp>
      <p:sp>
        <p:nvSpPr>
          <p:cNvPr id="615" name="Attendu"/>
          <p:cNvSpPr/>
          <p:nvPr/>
        </p:nvSpPr>
        <p:spPr>
          <a:xfrm>
            <a:off x="640080" y="1325880"/>
            <a:ext cx="10906920" cy="106920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616" name="Attendu barre"/>
          <p:cNvSpPr/>
          <p:nvPr/>
        </p:nvSpPr>
        <p:spPr>
          <a:xfrm>
            <a:off x="640080" y="1325880"/>
            <a:ext cx="80640" cy="106920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617" name="Icône target" descr="Icône target"/>
          <p:cNvPicPr/>
          <p:nvPr/>
        </p:nvPicPr>
        <p:blipFill>
          <a:blip r:embed="rId1"/>
          <a:stretch/>
        </p:blipFill>
        <p:spPr>
          <a:xfrm>
            <a:off x="896040" y="1435680"/>
            <a:ext cx="272520" cy="272520"/>
          </a:xfrm>
          <a:prstGeom prst="rect">
            <a:avLst/>
          </a:prstGeom>
          <a:ln w="0">
            <a:noFill/>
          </a:ln>
        </p:spPr>
      </p:pic>
      <p:sp>
        <p:nvSpPr>
          <p:cNvPr id="618" name="TextBox 30"/>
          <p:cNvSpPr/>
          <p:nvPr/>
        </p:nvSpPr>
        <p:spPr>
          <a:xfrm>
            <a:off x="1261800" y="1473480"/>
            <a:ext cx="7313400" cy="19620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200" spc="126" strike="noStrike">
                <a:solidFill>
                  <a:srgbClr val="f5a623"/>
                </a:solidFill>
                <a:latin typeface="Inter"/>
                <a:ea typeface="DejaVu Sans"/>
              </a:rPr>
              <a:t>ATTENDU SUR CETTE PAGE</a:t>
            </a:r>
            <a:endParaRPr b="0" lang="fr-FR" sz="1200" spc="-1" strike="noStrike">
              <a:latin typeface="Arial"/>
            </a:endParaRPr>
          </a:p>
        </p:txBody>
      </p:sp>
      <p:sp>
        <p:nvSpPr>
          <p:cNvPr id="619" name="TextBox 31"/>
          <p:cNvSpPr/>
          <p:nvPr/>
        </p:nvSpPr>
        <p:spPr>
          <a:xfrm>
            <a:off x="914400" y="1783080"/>
            <a:ext cx="10358280" cy="465480"/>
          </a:xfrm>
          <a:prstGeom prst="rect">
            <a:avLst/>
          </a:prstGeom>
          <a:noFill/>
          <a:ln w="0">
            <a:noFill/>
          </a:ln>
        </p:spPr>
        <p:style>
          <a:lnRef idx="0"/>
          <a:fillRef idx="0"/>
          <a:effectRef idx="0"/>
          <a:fontRef idx="minor"/>
        </p:style>
        <p:txBody>
          <a:bodyPr lIns="0" rIns="0" tIns="0" bIns="0" anchor="t">
            <a:spAutoFit/>
          </a:bodyPr>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Les </a:t>
            </a:r>
            <a:r>
              <a:rPr b="1" lang="fr-FR" sz="1300" spc="-1" strike="noStrike">
                <a:solidFill>
                  <a:srgbClr val="f5a623"/>
                </a:solidFill>
                <a:latin typeface="Inter"/>
                <a:ea typeface="DejaVu Sans"/>
              </a:rPr>
              <a:t>anomalies résiduelles</a:t>
            </a:r>
            <a:r>
              <a:rPr b="0" lang="fr-FR" sz="1300" spc="-1" strike="noStrike">
                <a:solidFill>
                  <a:srgbClr val="f7f6f2"/>
                </a:solidFill>
                <a:latin typeface="Inter"/>
                <a:ea typeface="DejaVu Sans"/>
              </a:rPr>
              <a:t> chiffrées, les lignes en </a:t>
            </a:r>
            <a:r>
              <a:rPr b="1" lang="fr-FR" sz="1300" spc="-1" strike="noStrike">
                <a:solidFill>
                  <a:srgbClr val="f5a623"/>
                </a:solidFill>
                <a:latin typeface="Inter"/>
                <a:ea typeface="DejaVu Sans"/>
              </a:rPr>
              <a:t>quarantaine par règle</a:t>
            </a:r>
            <a:r>
              <a:rPr b="0" lang="fr-FR" sz="1300" spc="-1" strike="noStrike">
                <a:solidFill>
                  <a:srgbClr val="f7f6f2"/>
                </a:solidFill>
                <a:latin typeface="Inter"/>
                <a:ea typeface="DejaVu Sans"/>
              </a:rPr>
              <a:t>, les </a:t>
            </a:r>
            <a:r>
              <a:rPr b="1" lang="fr-FR" sz="1300" spc="-1" strike="noStrike">
                <a:solidFill>
                  <a:srgbClr val="f5a623"/>
                </a:solidFill>
                <a:latin typeface="Inter"/>
                <a:ea typeface="DejaVu Sans"/>
              </a:rPr>
              <a:t>avertissements</a:t>
            </a:r>
            <a:r>
              <a:rPr b="0" lang="fr-FR" sz="1300" spc="-1" strike="noStrike">
                <a:solidFill>
                  <a:srgbClr val="f7f6f2"/>
                </a:solidFill>
                <a:latin typeface="Inter"/>
                <a:ea typeface="DejaVu Sans"/>
              </a:rPr>
              <a:t> restants.</a:t>
            </a:r>
            <a:endParaRPr b="0" lang="fr-FR" sz="1300" spc="-1" strike="noStrike">
              <a:latin typeface="Arial"/>
            </a:endParaRPr>
          </a:p>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Les </a:t>
            </a:r>
            <a:r>
              <a:rPr b="1" lang="fr-FR" sz="1300" spc="-1" strike="noStrike">
                <a:solidFill>
                  <a:srgbClr val="f5a623"/>
                </a:solidFill>
                <a:latin typeface="Inter"/>
                <a:ea typeface="DejaVu Sans"/>
              </a:rPr>
              <a:t>hypothèses à faire valider</a:t>
            </a:r>
            <a:r>
              <a:rPr b="0" lang="fr-FR" sz="1300" spc="-1" strike="noStrike">
                <a:solidFill>
                  <a:srgbClr val="f7f6f2"/>
                </a:solidFill>
                <a:latin typeface="Inter"/>
                <a:ea typeface="DejaVu Sans"/>
              </a:rPr>
              <a:t> par le métier : listées, jamais cachées.</a:t>
            </a:r>
            <a:endParaRPr b="0" lang="fr-FR" sz="1300" spc="-1" strike="noStrike">
              <a:latin typeface="Arial"/>
            </a:endParaRPr>
          </a:p>
        </p:txBody>
      </p:sp>
      <p:graphicFrame>
        <p:nvGraphicFramePr>
          <p:cNvPr id="620" name="Table 32"/>
          <p:cNvGraphicFramePr/>
          <p:nvPr/>
        </p:nvGraphicFramePr>
        <p:xfrm>
          <a:off x="640080" y="2534040"/>
          <a:ext cx="10908360" cy="1828440"/>
        </p:xfrm>
        <a:graphic>
          <a:graphicData uri="http://schemas.openxmlformats.org/drawingml/2006/table">
            <a:tbl>
              <a:tblPr/>
              <a:tblGrid>
                <a:gridCol w="3200400"/>
                <a:gridCol w="1371600"/>
                <a:gridCol w="1280160"/>
                <a:gridCol w="3136320"/>
                <a:gridCol w="1920240"/>
              </a:tblGrid>
              <a:tr h="365760">
                <a:tc>
                  <a:txBody>
                    <a:bodyPr lIns="73080" rIns="73080" anchor="ctr">
                      <a:noAutofit/>
                    </a:bodyPr>
                    <a:p>
                      <a:pPr>
                        <a:lnSpc>
                          <a:spcPct val="100000"/>
                        </a:lnSpc>
                        <a:buNone/>
                      </a:pPr>
                      <a:r>
                        <a:rPr b="1" lang="en-US" sz="1050" spc="46" strike="noStrike">
                          <a:solidFill>
                            <a:srgbClr val="f5a623"/>
                          </a:solidFill>
                          <a:latin typeface="Inter"/>
                        </a:rPr>
                        <a:t>Écart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6" strike="noStrike">
                          <a:solidFill>
                            <a:srgbClr val="f5a623"/>
                          </a:solidFill>
                          <a:latin typeface="Inter"/>
                        </a:rPr>
                        <a:t>Chiffre</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6" strike="noStrike">
                          <a:solidFill>
                            <a:srgbClr val="f5a623"/>
                          </a:solidFill>
                          <a:latin typeface="Inter"/>
                        </a:rPr>
                        <a:t>Règle</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6" strike="noStrike">
                          <a:solidFill>
                            <a:srgbClr val="f5a623"/>
                          </a:solidFill>
                          <a:latin typeface="Inter"/>
                        </a:rPr>
                        <a:t>Conséquence pour le CRM</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6" strike="noStrike">
                          <a:solidFill>
                            <a:srgbClr val="f5a623"/>
                          </a:solidFill>
                          <a:latin typeface="Inter"/>
                        </a:rPr>
                        <a:t>Qui doit agir</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r>
              <a:tr h="365760">
                <a:tc>
                  <a:txBody>
                    <a:bodyPr lIns="73080" rIns="73080" anchor="ctr">
                      <a:noAutofit/>
                    </a:bodyPr>
                    <a:p>
                      <a:pPr>
                        <a:lnSpc>
                          <a:spcPct val="100000"/>
                        </a:lnSpc>
                        <a:buNone/>
                      </a:pPr>
                      <a:r>
                        <a:rPr b="1" lang="en-US" sz="1150" spc="-1" strike="noStrike">
                          <a:solidFill>
                            <a:srgbClr val="f7f6f2"/>
                          </a:solidFill>
                          <a:latin typeface="Inter"/>
                        </a:rPr>
                        <a:t>Anomalies résiduelles dans gold</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65760">
                <a:tc>
                  <a:txBody>
                    <a:bodyPr lIns="73080" rIns="73080" anchor="ctr">
                      <a:noAutofit/>
                    </a:bodyPr>
                    <a:p>
                      <a:pPr>
                        <a:lnSpc>
                          <a:spcPct val="100000"/>
                        </a:lnSpc>
                        <a:buNone/>
                      </a:pPr>
                      <a:r>
                        <a:rPr b="1" lang="en-US" sz="1150" spc="-1" strike="noStrike">
                          <a:solidFill>
                            <a:srgbClr val="f7f6f2"/>
                          </a:solidFill>
                          <a:latin typeface="Inter"/>
                        </a:rPr>
                        <a:t>Lignes en quarantaine, par règle</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65760">
                <a:tc>
                  <a:txBody>
                    <a:bodyPr lIns="73080" rIns="73080" anchor="ctr">
                      <a:noAutofit/>
                    </a:bodyPr>
                    <a:p>
                      <a:pPr>
                        <a:lnSpc>
                          <a:spcPct val="100000"/>
                        </a:lnSpc>
                        <a:buNone/>
                      </a:pPr>
                      <a:r>
                        <a:rPr b="1" lang="en-US" sz="1150" spc="-1" strike="noStrike">
                          <a:solidFill>
                            <a:srgbClr val="f7f6f2"/>
                          </a:solidFill>
                          <a:latin typeface="Inter"/>
                        </a:rPr>
                        <a:t>Avertissements restants</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65760">
                <a:tc>
                  <a:txBody>
                    <a:bodyPr lIns="73080" rIns="73080" anchor="ctr">
                      <a:noAutofit/>
                    </a:bodyPr>
                    <a:p>
                      <a:pPr>
                        <a:lnSpc>
                          <a:spcPct val="100000"/>
                        </a:lnSpc>
                        <a:buNone/>
                      </a:pPr>
                      <a:r>
                        <a:rPr b="1" lang="en-US" sz="1150" spc="-1" strike="noStrike">
                          <a:solidFill>
                            <a:srgbClr val="f7f6f2"/>
                          </a:solidFill>
                          <a:latin typeface="Inter"/>
                        </a:rPr>
                        <a:t>Règles non couvertes par le certificat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bl>
          </a:graphicData>
        </a:graphic>
      </p:graphicFrame>
      <p:sp>
        <p:nvSpPr>
          <p:cNvPr id="621" name="TextBox 33"/>
          <p:cNvSpPr/>
          <p:nvPr/>
        </p:nvSpPr>
        <p:spPr>
          <a:xfrm>
            <a:off x="640080" y="4537080"/>
            <a:ext cx="10906920" cy="18000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06" strike="noStrike">
                <a:solidFill>
                  <a:srgbClr val="f5a623"/>
                </a:solidFill>
                <a:latin typeface="Inter"/>
                <a:ea typeface="DejaVu Sans"/>
              </a:rPr>
              <a:t>HYPOTHÈSES À FAIRE VALIDER PAR LE MÉTIER</a:t>
            </a:r>
            <a:endParaRPr b="0" lang="fr-FR" sz="1100" spc="-1" strike="noStrike">
              <a:latin typeface="Arial"/>
            </a:endParaRPr>
          </a:p>
        </p:txBody>
      </p:sp>
      <p:sp>
        <p:nvSpPr>
          <p:cNvPr id="622" name="Zone à rédiger"/>
          <p:cNvSpPr/>
          <p:nvPr/>
        </p:nvSpPr>
        <p:spPr>
          <a:xfrm>
            <a:off x="640080" y="4792680"/>
            <a:ext cx="10906920" cy="133200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rIns="137160" tIns="73080" bIns="73080" anchor="t">
            <a:noAutofit/>
          </a:bodyPr>
          <a:p>
            <a:pPr>
              <a:lnSpc>
                <a:spcPct val="100000"/>
              </a:lnSpc>
              <a:buNone/>
            </a:pPr>
            <a:r>
              <a:rPr b="0" i="1" lang="fr-FR" sz="1200" spc="-1" strike="noStrike">
                <a:solidFill>
                  <a:srgbClr val="8e99a4"/>
                </a:solidFill>
                <a:latin typeface="Inter"/>
                <a:ea typeface="DejaVu Sans"/>
              </a:rPr>
              <a:t>[Listez-les, une par ligne]</a:t>
            </a:r>
            <a:endParaRPr b="0" lang="fr-FR" sz="1200" spc="-1" strike="noStrike">
              <a:latin typeface="Arial"/>
            </a:endParaRPr>
          </a:p>
        </p:txBody>
      </p:sp>
    </p:spTree>
  </p:cSld>
  <mc:AlternateContent>
    <mc:Choice Requires="p14">
      <p:transition spd="slow" p14:dur="2000"/>
    </mc:Choice>
    <mc:Fallback>
      <p:transition spd="slow"/>
    </mc:Fallback>
  </mc:AlternateContent>
</p:sld>
</file>

<file path=ppt/slides/slide4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23" name="PlaceHolder 1"/>
          <p:cNvSpPr>
            <a:spLocks noGrp="1"/>
          </p:cNvSpPr>
          <p:nvPr>
            <p:ph type="title"/>
          </p:nvPr>
        </p:nvSpPr>
        <p:spPr>
          <a:xfrm>
            <a:off x="640080" y="502920"/>
            <a:ext cx="10906920" cy="729720"/>
          </a:xfrm>
          <a:prstGeom prst="rect">
            <a:avLst/>
          </a:prstGeom>
          <a:noFill/>
          <a:ln w="0">
            <a:noFill/>
          </a:ln>
        </p:spPr>
        <p:txBody>
          <a:bodyPr lIns="0" rIns="0" tIns="0" bIns="0" anchor="t">
            <a:noAutofit/>
          </a:bodyPr>
          <a:p>
            <a:pPr>
              <a:lnSpc>
                <a:spcPct val="100000"/>
              </a:lnSpc>
              <a:buNone/>
              <a:tabLst>
                <a:tab algn="l" pos="0"/>
              </a:tabLst>
            </a:pPr>
            <a:r>
              <a:rPr b="0" lang="en-US" sz="2800" spc="-1" strike="noStrike">
                <a:solidFill>
                  <a:srgbClr val="f7f6f2"/>
                </a:solidFill>
                <a:latin typeface="Fraunces SemiBold"/>
                <a:ea typeface="Fraunces SemiBold"/>
              </a:rPr>
              <a:t>La décision</a:t>
            </a:r>
            <a:endParaRPr b="0" lang="fr-FR" sz="2800" spc="-1" strike="noStrike">
              <a:latin typeface="Arial"/>
            </a:endParaRPr>
          </a:p>
        </p:txBody>
      </p:sp>
      <p:sp>
        <p:nvSpPr>
          <p:cNvPr id="624" name="PlaceHolder 2"/>
          <p:cNvSpPr>
            <a:spLocks noGrp="1"/>
          </p:cNvSpPr>
          <p:nvPr>
            <p:ph type="sldNum" idx="46"/>
          </p:nvPr>
        </p:nvSpPr>
        <p:spPr>
          <a:xfrm>
            <a:off x="10820160" y="6309360"/>
            <a:ext cx="729720" cy="29088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48DBE7D1-E80B-44C1-A064-3F1D61C6A1F1}"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625" name="TextBox 25"/>
          <p:cNvSpPr/>
          <p:nvPr/>
        </p:nvSpPr>
        <p:spPr>
          <a:xfrm>
            <a:off x="640080" y="283680"/>
            <a:ext cx="8044920" cy="18000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88" strike="noStrike">
                <a:solidFill>
                  <a:srgbClr val="f5a623"/>
                </a:solidFill>
                <a:latin typeface="Inter"/>
                <a:ea typeface="DejaVu Sans"/>
              </a:rPr>
              <a:t>DOSSIER · 4 SUR 4</a:t>
            </a:r>
            <a:endParaRPr b="0" lang="fr-FR" sz="1100" spc="-1" strike="noStrike">
              <a:latin typeface="Arial"/>
            </a:endParaRPr>
          </a:p>
        </p:txBody>
      </p:sp>
      <p:sp>
        <p:nvSpPr>
          <p:cNvPr id="626" name="TextBox 26"/>
          <p:cNvSpPr/>
          <p:nvPr/>
        </p:nvSpPr>
        <p:spPr>
          <a:xfrm>
            <a:off x="6976800" y="291960"/>
            <a:ext cx="4570200" cy="163440"/>
          </a:xfrm>
          <a:prstGeom prst="rect">
            <a:avLst/>
          </a:prstGeom>
          <a:noFill/>
          <a:ln w="0">
            <a:noFill/>
          </a:ln>
        </p:spPr>
        <p:style>
          <a:lnRef idx="0"/>
          <a:fillRef idx="0"/>
          <a:effectRef idx="0"/>
          <a:fontRef idx="minor"/>
        </p:style>
        <p:txBody>
          <a:bodyPr lIns="0" rIns="0" tIns="0" bIns="0" anchor="ctr">
            <a:spAutoFit/>
          </a:bodyPr>
          <a:p>
            <a:pPr algn="r">
              <a:lnSpc>
                <a:spcPct val="108000"/>
              </a:lnSpc>
              <a:spcAft>
                <a:spcPts val="400"/>
              </a:spcAft>
              <a:buNone/>
            </a:pPr>
            <a:r>
              <a:rPr b="1" lang="fr-FR" sz="1000" spc="106" strike="noStrike">
                <a:solidFill>
                  <a:srgbClr val="0f9b8e"/>
                </a:solidFill>
                <a:latin typeface="Inter"/>
                <a:ea typeface="DejaVu Sans"/>
              </a:rPr>
              <a:t>CRITÈRE : GOUVERNANCE ET DÉCISION · 15 %</a:t>
            </a:r>
            <a:endParaRPr b="0" lang="fr-FR" sz="1000" spc="-1" strike="noStrike">
              <a:latin typeface="Arial"/>
            </a:endParaRPr>
          </a:p>
        </p:txBody>
      </p:sp>
      <p:sp>
        <p:nvSpPr>
          <p:cNvPr id="627" name="Attendu"/>
          <p:cNvSpPr/>
          <p:nvPr/>
        </p:nvSpPr>
        <p:spPr>
          <a:xfrm>
            <a:off x="640080" y="1325880"/>
            <a:ext cx="10906920" cy="132120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628" name="Attendu barre"/>
          <p:cNvSpPr/>
          <p:nvPr/>
        </p:nvSpPr>
        <p:spPr>
          <a:xfrm>
            <a:off x="640080" y="1325880"/>
            <a:ext cx="80640" cy="132120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629" name="Icône target" descr="Icône target"/>
          <p:cNvPicPr/>
          <p:nvPr/>
        </p:nvPicPr>
        <p:blipFill>
          <a:blip r:embed="rId1"/>
          <a:stretch/>
        </p:blipFill>
        <p:spPr>
          <a:xfrm>
            <a:off x="896040" y="1435680"/>
            <a:ext cx="272520" cy="272520"/>
          </a:xfrm>
          <a:prstGeom prst="rect">
            <a:avLst/>
          </a:prstGeom>
          <a:ln w="0">
            <a:noFill/>
          </a:ln>
        </p:spPr>
      </p:pic>
      <p:sp>
        <p:nvSpPr>
          <p:cNvPr id="630" name="TextBox 30"/>
          <p:cNvSpPr/>
          <p:nvPr/>
        </p:nvSpPr>
        <p:spPr>
          <a:xfrm>
            <a:off x="1261800" y="1473480"/>
            <a:ext cx="7313400" cy="19620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200" spc="126" strike="noStrike">
                <a:solidFill>
                  <a:srgbClr val="f5a623"/>
                </a:solidFill>
                <a:latin typeface="Inter"/>
                <a:ea typeface="DejaVu Sans"/>
              </a:rPr>
              <a:t>ATTENDU SUR CETTE PAGE</a:t>
            </a:r>
            <a:endParaRPr b="0" lang="fr-FR" sz="1200" spc="-1" strike="noStrike">
              <a:latin typeface="Arial"/>
            </a:endParaRPr>
          </a:p>
        </p:txBody>
      </p:sp>
      <p:sp>
        <p:nvSpPr>
          <p:cNvPr id="631" name="TextBox 31"/>
          <p:cNvSpPr/>
          <p:nvPr/>
        </p:nvSpPr>
        <p:spPr>
          <a:xfrm>
            <a:off x="914400" y="1783080"/>
            <a:ext cx="10358280" cy="717480"/>
          </a:xfrm>
          <a:prstGeom prst="rect">
            <a:avLst/>
          </a:prstGeom>
          <a:noFill/>
          <a:ln w="0">
            <a:noFill/>
          </a:ln>
        </p:spPr>
        <p:style>
          <a:lnRef idx="0"/>
          <a:fillRef idx="0"/>
          <a:effectRef idx="0"/>
          <a:fontRef idx="minor"/>
        </p:style>
        <p:txBody>
          <a:bodyPr lIns="0" rIns="0" tIns="0" bIns="0" anchor="t">
            <a:spAutoFit/>
          </a:bodyPr>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Les </a:t>
            </a:r>
            <a:r>
              <a:rPr b="1" lang="fr-FR" sz="1300" spc="-1" strike="noStrike">
                <a:solidFill>
                  <a:srgbClr val="f5a623"/>
                </a:solidFill>
                <a:latin typeface="Inter"/>
                <a:ea typeface="DejaVu Sans"/>
              </a:rPr>
              <a:t>seuils retenus</a:t>
            </a:r>
            <a:r>
              <a:rPr b="0" lang="fr-FR" sz="1300" spc="-1" strike="noStrike">
                <a:solidFill>
                  <a:srgbClr val="f7f6f2"/>
                </a:solidFill>
                <a:latin typeface="Inter"/>
                <a:ea typeface="DejaVu Sans"/>
              </a:rPr>
              <a:t>, justifiés devant le </a:t>
            </a:r>
            <a:r>
              <a:rPr b="1" lang="fr-FR" sz="1300" spc="-1" strike="noStrike">
                <a:solidFill>
                  <a:srgbClr val="f5a623"/>
                </a:solidFill>
                <a:latin typeface="Inter"/>
                <a:ea typeface="DejaVu Sans"/>
              </a:rPr>
              <a:t>Data Owner</a:t>
            </a:r>
            <a:r>
              <a:rPr b="0" lang="fr-FR" sz="1300" spc="-1" strike="noStrike">
                <a:solidFill>
                  <a:srgbClr val="f7f6f2"/>
                </a:solidFill>
                <a:latin typeface="Inter"/>
                <a:ea typeface="DejaVu Sans"/>
              </a:rPr>
              <a:t> (numéros du journal des décisions).</a:t>
            </a:r>
            <a:endParaRPr b="0" lang="fr-FR" sz="1300" spc="-1" strike="noStrike">
              <a:latin typeface="Arial"/>
            </a:endParaRPr>
          </a:p>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Les </a:t>
            </a:r>
            <a:r>
              <a:rPr b="1" lang="fr-FR" sz="1300" spc="-1" strike="noStrike">
                <a:solidFill>
                  <a:srgbClr val="f5a623"/>
                </a:solidFill>
                <a:latin typeface="Inter"/>
                <a:ea typeface="DejaVu Sans"/>
              </a:rPr>
              <a:t>rôles</a:t>
            </a:r>
            <a:r>
              <a:rPr b="0" lang="fr-FR" sz="1300" spc="-1" strike="noStrike">
                <a:solidFill>
                  <a:srgbClr val="f7f6f2"/>
                </a:solidFill>
                <a:latin typeface="Inter"/>
                <a:ea typeface="DejaVu Sans"/>
              </a:rPr>
              <a:t> : qui décide, qui contrôle, qui exécute ; les </a:t>
            </a:r>
            <a:r>
              <a:rPr b="1" lang="fr-FR" sz="1300" spc="-1" strike="noStrike">
                <a:solidFill>
                  <a:srgbClr val="f5a623"/>
                </a:solidFill>
                <a:latin typeface="Inter"/>
                <a:ea typeface="DejaVu Sans"/>
              </a:rPr>
              <a:t>conditions</a:t>
            </a:r>
            <a:r>
              <a:rPr b="0" lang="fr-FR" sz="1300" spc="-1" strike="noStrike">
                <a:solidFill>
                  <a:srgbClr val="f7f6f2"/>
                </a:solidFill>
                <a:latin typeface="Inter"/>
                <a:ea typeface="DejaVu Sans"/>
              </a:rPr>
              <a:t> à lever, avec échéance et responsable.</a:t>
            </a:r>
            <a:endParaRPr b="0" lang="fr-FR" sz="1300" spc="-1" strike="noStrike">
              <a:latin typeface="Arial"/>
            </a:endParaRPr>
          </a:p>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La </a:t>
            </a:r>
            <a:r>
              <a:rPr b="1" lang="fr-FR" sz="1300" spc="-1" strike="noStrike">
                <a:solidFill>
                  <a:srgbClr val="f5a623"/>
                </a:solidFill>
                <a:latin typeface="Inter"/>
                <a:ea typeface="DejaVu Sans"/>
              </a:rPr>
              <a:t>signature</a:t>
            </a:r>
            <a:r>
              <a:rPr b="0" lang="fr-FR" sz="1300" spc="-1" strike="noStrike">
                <a:solidFill>
                  <a:srgbClr val="f7f6f2"/>
                </a:solidFill>
                <a:latin typeface="Inter"/>
                <a:ea typeface="DejaVu Sans"/>
              </a:rPr>
              <a:t> du Data Owner.</a:t>
            </a:r>
            <a:endParaRPr b="0" lang="fr-FR" sz="1300" spc="-1" strike="noStrike">
              <a:latin typeface="Arial"/>
            </a:endParaRPr>
          </a:p>
        </p:txBody>
      </p:sp>
      <p:sp>
        <p:nvSpPr>
          <p:cNvPr id="632" name="TextBox 32"/>
          <p:cNvSpPr/>
          <p:nvPr/>
        </p:nvSpPr>
        <p:spPr>
          <a:xfrm>
            <a:off x="640080" y="2868840"/>
            <a:ext cx="5347440" cy="18000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06" strike="noStrike">
                <a:solidFill>
                  <a:srgbClr val="f5a623"/>
                </a:solidFill>
                <a:latin typeface="Inter"/>
                <a:ea typeface="DejaVu Sans"/>
              </a:rPr>
              <a:t>SEUILS RETENUS ET JUSTIFICATION</a:t>
            </a:r>
            <a:endParaRPr b="0" lang="fr-FR" sz="1100" spc="-1" strike="noStrike">
              <a:latin typeface="Arial"/>
            </a:endParaRPr>
          </a:p>
        </p:txBody>
      </p:sp>
      <p:sp>
        <p:nvSpPr>
          <p:cNvPr id="633" name="Zone à rédiger"/>
          <p:cNvSpPr/>
          <p:nvPr/>
        </p:nvSpPr>
        <p:spPr>
          <a:xfrm>
            <a:off x="640080" y="3124440"/>
            <a:ext cx="5347440" cy="107712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rIns="137160" tIns="73080" bIns="73080" anchor="t">
            <a:noAutofit/>
          </a:bodyPr>
          <a:p>
            <a:pPr>
              <a:lnSpc>
                <a:spcPct val="100000"/>
              </a:lnSpc>
              <a:buNone/>
            </a:pPr>
            <a:r>
              <a:rPr b="0" i="1" lang="fr-FR" sz="1200" spc="-1" strike="noStrike">
                <a:solidFill>
                  <a:srgbClr val="8e99a4"/>
                </a:solidFill>
                <a:latin typeface="Inter"/>
                <a:ea typeface="DejaVu Sans"/>
              </a:rPr>
              <a:t>[Renvoi au journal, numéros]</a:t>
            </a:r>
            <a:endParaRPr b="0" lang="fr-FR" sz="1200" spc="-1" strike="noStrike">
              <a:latin typeface="Arial"/>
            </a:endParaRPr>
          </a:p>
        </p:txBody>
      </p:sp>
      <p:sp>
        <p:nvSpPr>
          <p:cNvPr id="634" name="TextBox 34"/>
          <p:cNvSpPr/>
          <p:nvPr/>
        </p:nvSpPr>
        <p:spPr>
          <a:xfrm>
            <a:off x="6199560" y="2868840"/>
            <a:ext cx="5347440" cy="18000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06" strike="noStrike">
                <a:solidFill>
                  <a:srgbClr val="f5a623"/>
                </a:solidFill>
                <a:latin typeface="Inter"/>
                <a:ea typeface="DejaVu Sans"/>
              </a:rPr>
              <a:t>RÔLES : DÉCIDE, CONTRÔLE, EXÉCUTE</a:t>
            </a:r>
            <a:endParaRPr b="0" lang="fr-FR" sz="1100" spc="-1" strike="noStrike">
              <a:latin typeface="Arial"/>
            </a:endParaRPr>
          </a:p>
        </p:txBody>
      </p:sp>
      <p:sp>
        <p:nvSpPr>
          <p:cNvPr id="635" name="Zone à rédiger"/>
          <p:cNvSpPr/>
          <p:nvPr/>
        </p:nvSpPr>
        <p:spPr>
          <a:xfrm>
            <a:off x="6199560" y="3124440"/>
            <a:ext cx="5347440" cy="107712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rIns="137160" tIns="73080" bIns="73080" anchor="t">
            <a:noAutofit/>
          </a:bodyPr>
          <a:p>
            <a:pPr>
              <a:lnSpc>
                <a:spcPct val="100000"/>
              </a:lnSpc>
              <a:buNone/>
            </a:pPr>
            <a:r>
              <a:rPr b="0" i="1" lang="fr-FR" sz="1200" spc="-1" strike="noStrike">
                <a:solidFill>
                  <a:srgbClr val="8e99a4"/>
                </a:solidFill>
                <a:latin typeface="Inter"/>
                <a:ea typeface="DejaVu Sans"/>
              </a:rPr>
              <a:t>[Rédigez ici]</a:t>
            </a:r>
            <a:endParaRPr b="0" lang="fr-FR" sz="1200" spc="-1" strike="noStrike">
              <a:latin typeface="Arial"/>
            </a:endParaRPr>
          </a:p>
        </p:txBody>
      </p:sp>
      <p:graphicFrame>
        <p:nvGraphicFramePr>
          <p:cNvPr id="636" name="Table 36"/>
          <p:cNvGraphicFramePr/>
          <p:nvPr/>
        </p:nvGraphicFramePr>
        <p:xfrm>
          <a:off x="640080" y="4340520"/>
          <a:ext cx="10908360" cy="1041840"/>
        </p:xfrm>
        <a:graphic>
          <a:graphicData uri="http://schemas.openxmlformats.org/drawingml/2006/table">
            <a:tbl>
              <a:tblPr/>
              <a:tblGrid>
                <a:gridCol w="6217920"/>
                <a:gridCol w="2560320"/>
                <a:gridCol w="2130480"/>
              </a:tblGrid>
              <a:tr h="347400">
                <a:tc>
                  <a:txBody>
                    <a:bodyPr lIns="73080" rIns="73080" anchor="ctr">
                      <a:noAutofit/>
                    </a:bodyPr>
                    <a:p>
                      <a:pPr>
                        <a:lnSpc>
                          <a:spcPct val="100000"/>
                        </a:lnSpc>
                        <a:buNone/>
                      </a:pPr>
                      <a:r>
                        <a:rPr b="1" lang="en-US" sz="1050" spc="46" strike="noStrike">
                          <a:solidFill>
                            <a:srgbClr val="f5a623"/>
                          </a:solidFill>
                          <a:latin typeface="Inter"/>
                        </a:rPr>
                        <a:t>Condition à lever avant migration</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6" strike="noStrike">
                          <a:solidFill>
                            <a:srgbClr val="f5a623"/>
                          </a:solidFill>
                          <a:latin typeface="Inter"/>
                        </a:rPr>
                        <a:t>Responsable</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6" strike="noStrike">
                          <a:solidFill>
                            <a:srgbClr val="f5a623"/>
                          </a:solidFill>
                          <a:latin typeface="Inter"/>
                        </a:rPr>
                        <a:t>Échéance</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r>
              <a:tr h="347400">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47400">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bl>
          </a:graphicData>
        </a:graphic>
      </p:graphicFrame>
      <p:sp>
        <p:nvSpPr>
          <p:cNvPr id="637" name="TextBox 37"/>
          <p:cNvSpPr/>
          <p:nvPr/>
        </p:nvSpPr>
        <p:spPr>
          <a:xfrm>
            <a:off x="640080" y="5557320"/>
            <a:ext cx="10906920" cy="18000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06" strike="noStrike">
                <a:solidFill>
                  <a:srgbClr val="f5a623"/>
                </a:solidFill>
                <a:latin typeface="Inter"/>
                <a:ea typeface="DejaVu Sans"/>
              </a:rPr>
              <a:t>SIGNATURE DU DATA OWNER (NOM, RÔLE, DATE)</a:t>
            </a:r>
            <a:endParaRPr b="0" lang="fr-FR" sz="1100" spc="-1" strike="noStrike">
              <a:latin typeface="Arial"/>
            </a:endParaRPr>
          </a:p>
        </p:txBody>
      </p:sp>
      <p:sp>
        <p:nvSpPr>
          <p:cNvPr id="638" name="Zone à rédiger"/>
          <p:cNvSpPr/>
          <p:nvPr/>
        </p:nvSpPr>
        <p:spPr>
          <a:xfrm>
            <a:off x="640080" y="5812920"/>
            <a:ext cx="10906920" cy="31176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rIns="137160" tIns="73080" bIns="73080" anchor="t">
            <a:noAutofit/>
          </a:bodyPr>
          <a:p>
            <a:pPr>
              <a:lnSpc>
                <a:spcPct val="100000"/>
              </a:lnSpc>
              <a:buNone/>
            </a:pPr>
            <a:r>
              <a:rPr b="0" i="1" lang="fr-FR" sz="1200" spc="-1" strike="noStrike">
                <a:solidFill>
                  <a:srgbClr val="8e99a4"/>
                </a:solidFill>
                <a:latin typeface="Inter"/>
                <a:ea typeface="DejaVu Sans"/>
              </a:rPr>
              <a:t>[Nom, rôle, date]</a:t>
            </a:r>
            <a:endParaRPr b="0" lang="fr-FR" sz="1200" spc="-1" strike="noStrike">
              <a:latin typeface="Arial"/>
            </a:endParaRPr>
          </a:p>
        </p:txBody>
      </p:sp>
    </p:spTree>
  </p:cSld>
  <mc:AlternateContent>
    <mc:Choice Requires="p14">
      <p:transition spd="slow" p14:dur="2000"/>
    </mc:Choice>
    <mc:Fallback>
      <p:transition spd="slow"/>
    </mc:Fallback>
  </mc:AlternateContent>
</p:sld>
</file>

<file path=ppt/slides/slide4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39" name="PlaceHolder 1"/>
          <p:cNvSpPr>
            <a:spLocks noGrp="1"/>
          </p:cNvSpPr>
          <p:nvPr>
            <p:ph/>
          </p:nvPr>
        </p:nvSpPr>
        <p:spPr>
          <a:xfrm>
            <a:off x="640080" y="2011680"/>
            <a:ext cx="2741400" cy="1186920"/>
          </a:xfrm>
          <a:prstGeom prst="rect">
            <a:avLst/>
          </a:prstGeom>
          <a:noFill/>
          <a:ln w="0">
            <a:noFill/>
          </a:ln>
        </p:spPr>
        <p:txBody>
          <a:bodyPr lIns="90000" rIns="90000" tIns="45000" bIns="45000" anchor="t">
            <a:noAutofit/>
          </a:bodyPr>
          <a:p>
            <a:pPr>
              <a:lnSpc>
                <a:spcPct val="100000"/>
              </a:lnSpc>
              <a:spcBef>
                <a:spcPts val="1440"/>
              </a:spcBef>
              <a:buNone/>
              <a:tabLst>
                <a:tab algn="l" pos="0"/>
              </a:tabLst>
            </a:pPr>
            <a:r>
              <a:rPr b="0" lang="en-US" sz="7200" spc="-1" strike="noStrike">
                <a:solidFill>
                  <a:srgbClr val="f5a623"/>
                </a:solidFill>
                <a:latin typeface="Fraunces SemiBold"/>
                <a:ea typeface="Fraunces SemiBold"/>
              </a:rPr>
              <a:t>07</a:t>
            </a:r>
            <a:endParaRPr b="0" lang="fr-FR" sz="7200" spc="-1" strike="noStrike">
              <a:latin typeface="Arial"/>
            </a:endParaRPr>
          </a:p>
        </p:txBody>
      </p:sp>
      <p:sp>
        <p:nvSpPr>
          <p:cNvPr id="640" name="PlaceHolder 2"/>
          <p:cNvSpPr>
            <a:spLocks noGrp="1"/>
          </p:cNvSpPr>
          <p:nvPr>
            <p:ph type="title"/>
          </p:nvPr>
        </p:nvSpPr>
        <p:spPr>
          <a:xfrm>
            <a:off x="640080" y="3200400"/>
            <a:ext cx="6581880" cy="1644120"/>
          </a:xfrm>
          <a:prstGeom prst="rect">
            <a:avLst/>
          </a:prstGeom>
          <a:noFill/>
          <a:ln w="0">
            <a:noFill/>
          </a:ln>
        </p:spPr>
        <p:txBody>
          <a:bodyPr lIns="90000" rIns="90000" tIns="45000" bIns="45000" anchor="t">
            <a:noAutofit/>
          </a:bodyPr>
          <a:p>
            <a:pPr>
              <a:lnSpc>
                <a:spcPct val="100000"/>
              </a:lnSpc>
              <a:buNone/>
              <a:tabLst>
                <a:tab algn="l" pos="0"/>
              </a:tabLst>
            </a:pPr>
            <a:r>
              <a:rPr b="0" lang="en-US" sz="4200" spc="-1" strike="noStrike">
                <a:solidFill>
                  <a:srgbClr val="f7f6f2"/>
                </a:solidFill>
                <a:latin typeface="Fraunces SemiBold"/>
                <a:ea typeface="Fraunces SemiBold"/>
              </a:rPr>
              <a:t>Annexes</a:t>
            </a:r>
            <a:endParaRPr b="0" lang="fr-FR" sz="4200" spc="-1" strike="noStrike">
              <a:latin typeface="Arial"/>
            </a:endParaRPr>
          </a:p>
        </p:txBody>
      </p:sp>
      <p:sp>
        <p:nvSpPr>
          <p:cNvPr id="641" name="PlaceHolder 3"/>
          <p:cNvSpPr>
            <a:spLocks noGrp="1"/>
          </p:cNvSpPr>
          <p:nvPr>
            <p:ph type="sldNum" idx="47"/>
          </p:nvPr>
        </p:nvSpPr>
        <p:spPr>
          <a:xfrm>
            <a:off x="10820160" y="6309360"/>
            <a:ext cx="729720" cy="29088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5460DDA9-3D71-4AC6-9E8A-FDB2B0193C12}"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642" name="TextBox 25"/>
          <p:cNvSpPr/>
          <p:nvPr/>
        </p:nvSpPr>
        <p:spPr>
          <a:xfrm>
            <a:off x="640080" y="4892040"/>
            <a:ext cx="6399000" cy="559080"/>
          </a:xfrm>
          <a:prstGeom prst="rect">
            <a:avLst/>
          </a:prstGeom>
          <a:noFill/>
          <a:ln w="0">
            <a:noFill/>
          </a:ln>
        </p:spPr>
        <p:style>
          <a:lnRef idx="0"/>
          <a:fillRef idx="0"/>
          <a:effectRef idx="0"/>
          <a:fontRef idx="minor"/>
        </p:style>
        <p:txBody>
          <a:bodyPr lIns="0" rIns="0" tIns="0" bIns="0" anchor="t">
            <a:spAutoFit/>
          </a:bodyPr>
          <a:p>
            <a:pPr>
              <a:lnSpc>
                <a:spcPct val="115000"/>
              </a:lnSpc>
              <a:spcAft>
                <a:spcPts val="400"/>
              </a:spcAft>
              <a:buNone/>
            </a:pPr>
            <a:r>
              <a:rPr b="0" lang="fr-FR" sz="1600" spc="-1" strike="noStrike">
                <a:solidFill>
                  <a:srgbClr val="b8c0c8"/>
                </a:solidFill>
                <a:latin typeface="Inter"/>
                <a:ea typeface="DejaVu Sans"/>
              </a:rPr>
              <a:t>Journal des décisions, avancement par story, liens vers le dépôt.</a:t>
            </a:r>
            <a:endParaRPr b="0" lang="fr-FR" sz="1600" spc="-1" strike="noStrike">
              <a:latin typeface="Arial"/>
            </a:endParaRPr>
          </a:p>
        </p:txBody>
      </p:sp>
    </p:spTree>
  </p:cSld>
  <mc:AlternateContent>
    <mc:Choice Requires="p14">
      <p:transition spd="slow" p14:dur="2000"/>
    </mc:Choice>
    <mc:Fallback>
      <p:transition spd="slow"/>
    </mc:Fallback>
  </mc:AlternateContent>
</p:sld>
</file>

<file path=ppt/slides/slide4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43" name="PlaceHolder 1"/>
          <p:cNvSpPr>
            <a:spLocks noGrp="1"/>
          </p:cNvSpPr>
          <p:nvPr>
            <p:ph type="title"/>
          </p:nvPr>
        </p:nvSpPr>
        <p:spPr>
          <a:xfrm>
            <a:off x="640080" y="502920"/>
            <a:ext cx="10906920" cy="729720"/>
          </a:xfrm>
          <a:prstGeom prst="rect">
            <a:avLst/>
          </a:prstGeom>
          <a:noFill/>
          <a:ln w="0">
            <a:noFill/>
          </a:ln>
        </p:spPr>
        <p:txBody>
          <a:bodyPr lIns="0" rIns="0" tIns="0" bIns="0" anchor="t">
            <a:noAutofit/>
          </a:bodyPr>
          <a:p>
            <a:pPr>
              <a:lnSpc>
                <a:spcPct val="100000"/>
              </a:lnSpc>
              <a:buNone/>
              <a:tabLst>
                <a:tab algn="l" pos="0"/>
              </a:tabLst>
            </a:pPr>
            <a:r>
              <a:rPr b="0" lang="en-US" sz="2800" spc="-1" strike="noStrike">
                <a:solidFill>
                  <a:srgbClr val="f7f6f2"/>
                </a:solidFill>
                <a:latin typeface="Fraunces SemiBold"/>
                <a:ea typeface="Fraunces SemiBold"/>
              </a:rPr>
              <a:t>Journal des décisions</a:t>
            </a:r>
            <a:endParaRPr b="0" lang="fr-FR" sz="2800" spc="-1" strike="noStrike">
              <a:latin typeface="Arial"/>
            </a:endParaRPr>
          </a:p>
        </p:txBody>
      </p:sp>
      <p:sp>
        <p:nvSpPr>
          <p:cNvPr id="644" name="PlaceHolder 2"/>
          <p:cNvSpPr>
            <a:spLocks noGrp="1"/>
          </p:cNvSpPr>
          <p:nvPr>
            <p:ph type="sldNum" idx="48"/>
          </p:nvPr>
        </p:nvSpPr>
        <p:spPr>
          <a:xfrm>
            <a:off x="10820160" y="6309360"/>
            <a:ext cx="729720" cy="29088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B10BBC81-4C55-464B-8CE3-021178A1A75D}"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645" name="TextBox 25"/>
          <p:cNvSpPr/>
          <p:nvPr/>
        </p:nvSpPr>
        <p:spPr>
          <a:xfrm>
            <a:off x="640080" y="283680"/>
            <a:ext cx="8044920" cy="18000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88" strike="noStrike">
                <a:solidFill>
                  <a:srgbClr val="f5a623"/>
                </a:solidFill>
                <a:latin typeface="Inter"/>
                <a:ea typeface="DejaVu Sans"/>
              </a:rPr>
              <a:t>ANNEXE A</a:t>
            </a:r>
            <a:endParaRPr b="0" lang="fr-FR" sz="1100" spc="-1" strike="noStrike">
              <a:latin typeface="Arial"/>
            </a:endParaRPr>
          </a:p>
        </p:txBody>
      </p:sp>
      <p:sp>
        <p:nvSpPr>
          <p:cNvPr id="646" name="TextBox 26"/>
          <p:cNvSpPr/>
          <p:nvPr/>
        </p:nvSpPr>
        <p:spPr>
          <a:xfrm>
            <a:off x="6976800" y="291960"/>
            <a:ext cx="4570200" cy="163440"/>
          </a:xfrm>
          <a:prstGeom prst="rect">
            <a:avLst/>
          </a:prstGeom>
          <a:noFill/>
          <a:ln w="0">
            <a:noFill/>
          </a:ln>
        </p:spPr>
        <p:style>
          <a:lnRef idx="0"/>
          <a:fillRef idx="0"/>
          <a:effectRef idx="0"/>
          <a:fontRef idx="minor"/>
        </p:style>
        <p:txBody>
          <a:bodyPr lIns="0" rIns="0" tIns="0" bIns="0" anchor="ctr">
            <a:spAutoFit/>
          </a:bodyPr>
          <a:p>
            <a:pPr algn="r">
              <a:lnSpc>
                <a:spcPct val="108000"/>
              </a:lnSpc>
              <a:spcAft>
                <a:spcPts val="400"/>
              </a:spcAft>
              <a:buNone/>
            </a:pPr>
            <a:r>
              <a:rPr b="1" lang="fr-FR" sz="1000" spc="106" strike="noStrike">
                <a:solidFill>
                  <a:srgbClr val="0f9b8e"/>
                </a:solidFill>
                <a:latin typeface="Inter"/>
                <a:ea typeface="DejaVu Sans"/>
              </a:rPr>
              <a:t>CRITÈRE : GOUVERNANCE ET DÉCISION · 15 %</a:t>
            </a:r>
            <a:endParaRPr b="0" lang="fr-FR" sz="1000" spc="-1" strike="noStrike">
              <a:latin typeface="Arial"/>
            </a:endParaRPr>
          </a:p>
        </p:txBody>
      </p:sp>
      <p:sp>
        <p:nvSpPr>
          <p:cNvPr id="647" name="Attendu"/>
          <p:cNvSpPr/>
          <p:nvPr/>
        </p:nvSpPr>
        <p:spPr>
          <a:xfrm>
            <a:off x="640080" y="1325880"/>
            <a:ext cx="10906920" cy="128340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648" name="Attendu barre"/>
          <p:cNvSpPr/>
          <p:nvPr/>
        </p:nvSpPr>
        <p:spPr>
          <a:xfrm>
            <a:off x="640080" y="1325880"/>
            <a:ext cx="80640" cy="128340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649" name="Icône target" descr="Icône target"/>
          <p:cNvPicPr/>
          <p:nvPr/>
        </p:nvPicPr>
        <p:blipFill>
          <a:blip r:embed="rId1"/>
          <a:stretch/>
        </p:blipFill>
        <p:spPr>
          <a:xfrm>
            <a:off x="896040" y="1435680"/>
            <a:ext cx="272520" cy="272520"/>
          </a:xfrm>
          <a:prstGeom prst="rect">
            <a:avLst/>
          </a:prstGeom>
          <a:ln w="0">
            <a:noFill/>
          </a:ln>
        </p:spPr>
      </p:pic>
      <p:sp>
        <p:nvSpPr>
          <p:cNvPr id="650" name="TextBox 30"/>
          <p:cNvSpPr/>
          <p:nvPr/>
        </p:nvSpPr>
        <p:spPr>
          <a:xfrm>
            <a:off x="1261800" y="1473480"/>
            <a:ext cx="7313400" cy="19620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200" spc="126" strike="noStrike">
                <a:solidFill>
                  <a:srgbClr val="f5a623"/>
                </a:solidFill>
                <a:latin typeface="Inter"/>
                <a:ea typeface="DejaVu Sans"/>
              </a:rPr>
              <a:t>ATTENDU SUR CETTE PAGE</a:t>
            </a:r>
            <a:endParaRPr b="0" lang="fr-FR" sz="1200" spc="-1" strike="noStrike">
              <a:latin typeface="Arial"/>
            </a:endParaRPr>
          </a:p>
        </p:txBody>
      </p:sp>
      <p:sp>
        <p:nvSpPr>
          <p:cNvPr id="651" name="TextBox 31"/>
          <p:cNvSpPr/>
          <p:nvPr/>
        </p:nvSpPr>
        <p:spPr>
          <a:xfrm>
            <a:off x="914400" y="1783080"/>
            <a:ext cx="10358280" cy="679320"/>
          </a:xfrm>
          <a:prstGeom prst="rect">
            <a:avLst/>
          </a:prstGeom>
          <a:noFill/>
          <a:ln w="0">
            <a:noFill/>
          </a:ln>
        </p:spPr>
        <p:style>
          <a:lnRef idx="0"/>
          <a:fillRef idx="0"/>
          <a:effectRef idx="0"/>
          <a:fontRef idx="minor"/>
        </p:style>
        <p:txBody>
          <a:bodyPr lIns="0" rIns="0" tIns="0" bIns="0" anchor="t">
            <a:spAutoFit/>
          </a:bodyPr>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Chaque </a:t>
            </a:r>
            <a:r>
              <a:rPr b="1" lang="fr-FR" sz="1300" spc="-1" strike="noStrike">
                <a:solidFill>
                  <a:srgbClr val="f5a623"/>
                </a:solidFill>
                <a:latin typeface="Inter"/>
                <a:ea typeface="DejaVu Sans"/>
              </a:rPr>
              <a:t>seuil, sévérité, définition ou règle de survie</a:t>
            </a:r>
            <a:r>
              <a:rPr b="0" lang="fr-FR" sz="1300" spc="-1" strike="noStrike">
                <a:solidFill>
                  <a:srgbClr val="f7f6f2"/>
                </a:solidFill>
                <a:latin typeface="Inter"/>
                <a:ea typeface="DejaVu Sans"/>
              </a:rPr>
              <a:t> : date, séance, règle, décision, </a:t>
            </a:r>
            <a:r>
              <a:rPr b="1" lang="fr-FR" sz="1300" spc="-1" strike="noStrike">
                <a:solidFill>
                  <a:srgbClr val="f5a623"/>
                </a:solidFill>
                <a:latin typeface="Inter"/>
                <a:ea typeface="DejaVu Sans"/>
              </a:rPr>
              <a:t>justification chiffrée</a:t>
            </a:r>
            <a:r>
              <a:rPr b="0" lang="fr-FR" sz="1300" spc="-1" strike="noStrike">
                <a:solidFill>
                  <a:srgbClr val="f7f6f2"/>
                </a:solidFill>
                <a:latin typeface="Inter"/>
                <a:ea typeface="DejaVu Sans"/>
              </a:rPr>
              <a:t>, </a:t>
            </a:r>
            <a:r>
              <a:rPr b="1" lang="fr-FR" sz="1300" spc="-1" strike="noStrike">
                <a:solidFill>
                  <a:srgbClr val="f5a623"/>
                </a:solidFill>
                <a:latin typeface="Inter"/>
                <a:ea typeface="DejaVu Sans"/>
              </a:rPr>
              <a:t>rôle décideur</a:t>
            </a:r>
            <a:r>
              <a:rPr b="0" lang="fr-FR" sz="1300" spc="-1" strike="noStrike">
                <a:solidFill>
                  <a:srgbClr val="f7f6f2"/>
                </a:solidFill>
                <a:latin typeface="Inter"/>
                <a:ea typeface="DejaVu Sans"/>
              </a:rPr>
              <a:t>, alternative écartée.</a:t>
            </a:r>
            <a:endParaRPr b="0" lang="fr-FR" sz="1300" spc="-1" strike="noStrike">
              <a:latin typeface="Arial"/>
            </a:endParaRPr>
          </a:p>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Une décision sans rôle ni chiffre n'est pas une décision.</a:t>
            </a:r>
            <a:endParaRPr b="0" lang="fr-FR" sz="1300" spc="-1" strike="noStrike">
              <a:latin typeface="Arial"/>
            </a:endParaRPr>
          </a:p>
        </p:txBody>
      </p:sp>
      <p:graphicFrame>
        <p:nvGraphicFramePr>
          <p:cNvPr id="652" name="Table 32"/>
          <p:cNvGraphicFramePr/>
          <p:nvPr/>
        </p:nvGraphicFramePr>
        <p:xfrm>
          <a:off x="640080" y="2748240"/>
          <a:ext cx="10908360" cy="2431440"/>
        </p:xfrm>
        <a:graphic>
          <a:graphicData uri="http://schemas.openxmlformats.org/drawingml/2006/table">
            <a:tbl>
              <a:tblPr/>
              <a:tblGrid>
                <a:gridCol w="457200"/>
                <a:gridCol w="822960"/>
                <a:gridCol w="822960"/>
                <a:gridCol w="1371600"/>
                <a:gridCol w="2377440"/>
                <a:gridCol w="2194560"/>
                <a:gridCol w="1188720"/>
                <a:gridCol w="1673280"/>
              </a:tblGrid>
              <a:tr h="347400">
                <a:tc>
                  <a:txBody>
                    <a:bodyPr lIns="73080" rIns="73080" anchor="ctr">
                      <a:noAutofit/>
                    </a:bodyPr>
                    <a:p>
                      <a:pPr>
                        <a:lnSpc>
                          <a:spcPct val="100000"/>
                        </a:lnSpc>
                        <a:buNone/>
                      </a:pPr>
                      <a:r>
                        <a:rPr b="1" lang="en-US" sz="950" spc="46" strike="noStrike">
                          <a:solidFill>
                            <a:srgbClr val="f5a623"/>
                          </a:solidFill>
                          <a:latin typeface="Inter"/>
                        </a:rPr>
                        <a:t>N°</a:t>
                      </a:r>
                      <a:endParaRPr b="0" lang="fr-FR" sz="9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950" spc="46" strike="noStrike">
                          <a:solidFill>
                            <a:srgbClr val="f5a623"/>
                          </a:solidFill>
                          <a:latin typeface="Inter"/>
                        </a:rPr>
                        <a:t>Date</a:t>
                      </a:r>
                      <a:endParaRPr b="0" lang="fr-FR" sz="9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950" spc="46" strike="noStrike">
                          <a:solidFill>
                            <a:srgbClr val="f5a623"/>
                          </a:solidFill>
                          <a:latin typeface="Inter"/>
                        </a:rPr>
                        <a:t>Séance</a:t>
                      </a:r>
                      <a:endParaRPr b="0" lang="fr-FR" sz="9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950" spc="46" strike="noStrike">
                          <a:solidFill>
                            <a:srgbClr val="f5a623"/>
                          </a:solidFill>
                          <a:latin typeface="Inter"/>
                        </a:rPr>
                        <a:t>Règle ou objet</a:t>
                      </a:r>
                      <a:endParaRPr b="0" lang="fr-FR" sz="9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950" spc="46" strike="noStrike">
                          <a:solidFill>
                            <a:srgbClr val="f5a623"/>
                          </a:solidFill>
                          <a:latin typeface="Inter"/>
                        </a:rPr>
                        <a:t>Décision</a:t>
                      </a:r>
                      <a:endParaRPr b="0" lang="fr-FR" sz="9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950" spc="46" strike="noStrike">
                          <a:solidFill>
                            <a:srgbClr val="f5a623"/>
                          </a:solidFill>
                          <a:latin typeface="Inter"/>
                        </a:rPr>
                        <a:t>Justification chiffrée</a:t>
                      </a:r>
                      <a:endParaRPr b="0" lang="fr-FR" sz="9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950" spc="46" strike="noStrike">
                          <a:solidFill>
                            <a:srgbClr val="f5a623"/>
                          </a:solidFill>
                          <a:latin typeface="Inter"/>
                        </a:rPr>
                        <a:t>Rôle</a:t>
                      </a:r>
                      <a:endParaRPr b="0" lang="fr-FR" sz="9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950" spc="46" strike="noStrike">
                          <a:solidFill>
                            <a:srgbClr val="f5a623"/>
                          </a:solidFill>
                          <a:latin typeface="Inter"/>
                        </a:rPr>
                        <a:t>Alternative écartée</a:t>
                      </a:r>
                      <a:endParaRPr b="0" lang="fr-FR" sz="9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r>
              <a:tr h="347400">
                <a:tc>
                  <a:txBody>
                    <a:bodyPr lIns="73080" rIns="73080" anchor="ctr">
                      <a:noAutofit/>
                    </a:bodyPr>
                    <a:p>
                      <a:pPr>
                        <a:lnSpc>
                          <a:spcPct val="100000"/>
                        </a:lnSpc>
                        <a:buNone/>
                      </a:pPr>
                      <a:r>
                        <a:rPr b="1" lang="en-US" sz="1050" spc="-1" strike="noStrike">
                          <a:solidFill>
                            <a:srgbClr val="f7f6f2"/>
                          </a:solidFill>
                          <a:latin typeface="Inter"/>
                        </a:rPr>
                        <a:t>1</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050" spc="-1" strike="noStrike">
                          <a:solidFill>
                            <a:srgbClr val="f5a623"/>
                          </a:solidFill>
                          <a:latin typeface="Inter"/>
                        </a:rPr>
                        <a: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050" spc="-1" strike="noStrike">
                          <a:solidFill>
                            <a:srgbClr val="f5a623"/>
                          </a:solidFill>
                          <a:latin typeface="Inter"/>
                        </a:rPr>
                        <a: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050" spc="-1" strike="noStrike">
                          <a:solidFill>
                            <a:srgbClr val="f5a623"/>
                          </a:solidFill>
                          <a:latin typeface="Inter"/>
                        </a:rPr>
                        <a: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050" spc="-1" strike="noStrike">
                          <a:solidFill>
                            <a:srgbClr val="f5a623"/>
                          </a:solidFill>
                          <a:latin typeface="Inter"/>
                        </a:rPr>
                        <a: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050" spc="-1" strike="noStrike">
                          <a:solidFill>
                            <a:srgbClr val="f5a623"/>
                          </a:solidFill>
                          <a:latin typeface="Inter"/>
                        </a:rPr>
                        <a: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050" spc="-1" strike="noStrike">
                          <a:solidFill>
                            <a:srgbClr val="f5a623"/>
                          </a:solidFill>
                          <a:latin typeface="Inter"/>
                        </a:rPr>
                        <a: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050" spc="-1" strike="noStrike">
                          <a:solidFill>
                            <a:srgbClr val="f5a623"/>
                          </a:solidFill>
                          <a:latin typeface="Inter"/>
                        </a:rPr>
                        <a: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47400">
                <a:tc>
                  <a:txBody>
                    <a:bodyPr lIns="73080" rIns="73080" anchor="ctr">
                      <a:noAutofit/>
                    </a:bodyPr>
                    <a:p>
                      <a:pPr>
                        <a:lnSpc>
                          <a:spcPct val="100000"/>
                        </a:lnSpc>
                        <a:buNone/>
                      </a:pPr>
                      <a:r>
                        <a:rPr b="1" lang="en-US" sz="1050" spc="-1" strike="noStrike">
                          <a:solidFill>
                            <a:srgbClr val="f7f6f2"/>
                          </a:solidFill>
                          <a:latin typeface="Inter"/>
                        </a:rPr>
                        <a:t>2</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050" spc="-1" strike="noStrike">
                          <a:solidFill>
                            <a:srgbClr val="f5a623"/>
                          </a:solidFill>
                          <a:latin typeface="Inter"/>
                        </a:rPr>
                        <a: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050" spc="-1" strike="noStrike">
                          <a:solidFill>
                            <a:srgbClr val="f5a623"/>
                          </a:solidFill>
                          <a:latin typeface="Inter"/>
                        </a:rPr>
                        <a: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050" spc="-1" strike="noStrike">
                          <a:solidFill>
                            <a:srgbClr val="f5a623"/>
                          </a:solidFill>
                          <a:latin typeface="Inter"/>
                        </a:rPr>
                        <a: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050" spc="-1" strike="noStrike">
                          <a:solidFill>
                            <a:srgbClr val="f5a623"/>
                          </a:solidFill>
                          <a:latin typeface="Inter"/>
                        </a:rPr>
                        <a: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050" spc="-1" strike="noStrike">
                          <a:solidFill>
                            <a:srgbClr val="f5a623"/>
                          </a:solidFill>
                          <a:latin typeface="Inter"/>
                        </a:rPr>
                        <a: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050" spc="-1" strike="noStrike">
                          <a:solidFill>
                            <a:srgbClr val="f5a623"/>
                          </a:solidFill>
                          <a:latin typeface="Inter"/>
                        </a:rPr>
                        <a: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050" spc="-1" strike="noStrike">
                          <a:solidFill>
                            <a:srgbClr val="f5a623"/>
                          </a:solidFill>
                          <a:latin typeface="Inter"/>
                        </a:rPr>
                        <a: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47400">
                <a:tc>
                  <a:txBody>
                    <a:bodyPr lIns="73080" rIns="73080" anchor="ctr">
                      <a:noAutofit/>
                    </a:bodyPr>
                    <a:p>
                      <a:pPr>
                        <a:lnSpc>
                          <a:spcPct val="100000"/>
                        </a:lnSpc>
                        <a:buNone/>
                      </a:pPr>
                      <a:r>
                        <a:rPr b="1" lang="en-US" sz="1050" spc="-1" strike="noStrike">
                          <a:solidFill>
                            <a:srgbClr val="f7f6f2"/>
                          </a:solidFill>
                          <a:latin typeface="Inter"/>
                        </a:rPr>
                        <a:t>3</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050" spc="-1" strike="noStrike">
                          <a:solidFill>
                            <a:srgbClr val="f5a623"/>
                          </a:solidFill>
                          <a:latin typeface="Inter"/>
                        </a:rPr>
                        <a: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050" spc="-1" strike="noStrike">
                          <a:solidFill>
                            <a:srgbClr val="f5a623"/>
                          </a:solidFill>
                          <a:latin typeface="Inter"/>
                        </a:rPr>
                        <a: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050" spc="-1" strike="noStrike">
                          <a:solidFill>
                            <a:srgbClr val="f5a623"/>
                          </a:solidFill>
                          <a:latin typeface="Inter"/>
                        </a:rPr>
                        <a: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050" spc="-1" strike="noStrike">
                          <a:solidFill>
                            <a:srgbClr val="f5a623"/>
                          </a:solidFill>
                          <a:latin typeface="Inter"/>
                        </a:rPr>
                        <a: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050" spc="-1" strike="noStrike">
                          <a:solidFill>
                            <a:srgbClr val="f5a623"/>
                          </a:solidFill>
                          <a:latin typeface="Inter"/>
                        </a:rPr>
                        <a: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050" spc="-1" strike="noStrike">
                          <a:solidFill>
                            <a:srgbClr val="f5a623"/>
                          </a:solidFill>
                          <a:latin typeface="Inter"/>
                        </a:rPr>
                        <a: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050" spc="-1" strike="noStrike">
                          <a:solidFill>
                            <a:srgbClr val="f5a623"/>
                          </a:solidFill>
                          <a:latin typeface="Inter"/>
                        </a:rPr>
                        <a: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47400">
                <a:tc>
                  <a:txBody>
                    <a:bodyPr lIns="73080" rIns="73080" anchor="ctr">
                      <a:noAutofit/>
                    </a:bodyPr>
                    <a:p>
                      <a:pPr>
                        <a:lnSpc>
                          <a:spcPct val="100000"/>
                        </a:lnSpc>
                        <a:buNone/>
                      </a:pPr>
                      <a:r>
                        <a:rPr b="1" lang="en-US" sz="1050" spc="-1" strike="noStrike">
                          <a:solidFill>
                            <a:srgbClr val="f7f6f2"/>
                          </a:solidFill>
                          <a:latin typeface="Inter"/>
                        </a:rPr>
                        <a:t>4</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050" spc="-1" strike="noStrike">
                          <a:solidFill>
                            <a:srgbClr val="f5a623"/>
                          </a:solidFill>
                          <a:latin typeface="Inter"/>
                        </a:rPr>
                        <a: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050" spc="-1" strike="noStrike">
                          <a:solidFill>
                            <a:srgbClr val="f5a623"/>
                          </a:solidFill>
                          <a:latin typeface="Inter"/>
                        </a:rPr>
                        <a: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050" spc="-1" strike="noStrike">
                          <a:solidFill>
                            <a:srgbClr val="f5a623"/>
                          </a:solidFill>
                          <a:latin typeface="Inter"/>
                        </a:rPr>
                        <a: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050" spc="-1" strike="noStrike">
                          <a:solidFill>
                            <a:srgbClr val="f5a623"/>
                          </a:solidFill>
                          <a:latin typeface="Inter"/>
                        </a:rPr>
                        <a: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050" spc="-1" strike="noStrike">
                          <a:solidFill>
                            <a:srgbClr val="f5a623"/>
                          </a:solidFill>
                          <a:latin typeface="Inter"/>
                        </a:rPr>
                        <a: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050" spc="-1" strike="noStrike">
                          <a:solidFill>
                            <a:srgbClr val="f5a623"/>
                          </a:solidFill>
                          <a:latin typeface="Inter"/>
                        </a:rPr>
                        <a: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050" spc="-1" strike="noStrike">
                          <a:solidFill>
                            <a:srgbClr val="f5a623"/>
                          </a:solidFill>
                          <a:latin typeface="Inter"/>
                        </a:rPr>
                        <a: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47400">
                <a:tc>
                  <a:txBody>
                    <a:bodyPr lIns="73080" rIns="73080" anchor="ctr">
                      <a:noAutofit/>
                    </a:bodyPr>
                    <a:p>
                      <a:pPr>
                        <a:lnSpc>
                          <a:spcPct val="100000"/>
                        </a:lnSpc>
                        <a:buNone/>
                      </a:pPr>
                      <a:r>
                        <a:rPr b="1" lang="en-US" sz="1050" spc="-1" strike="noStrike">
                          <a:solidFill>
                            <a:srgbClr val="f7f6f2"/>
                          </a:solidFill>
                          <a:latin typeface="Inter"/>
                        </a:rPr>
                        <a:t>5</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050" spc="-1" strike="noStrike">
                          <a:solidFill>
                            <a:srgbClr val="f5a623"/>
                          </a:solidFill>
                          <a:latin typeface="Inter"/>
                        </a:rPr>
                        <a: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050" spc="-1" strike="noStrike">
                          <a:solidFill>
                            <a:srgbClr val="f5a623"/>
                          </a:solidFill>
                          <a:latin typeface="Inter"/>
                        </a:rPr>
                        <a: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050" spc="-1" strike="noStrike">
                          <a:solidFill>
                            <a:srgbClr val="f5a623"/>
                          </a:solidFill>
                          <a:latin typeface="Inter"/>
                        </a:rPr>
                        <a: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050" spc="-1" strike="noStrike">
                          <a:solidFill>
                            <a:srgbClr val="f5a623"/>
                          </a:solidFill>
                          <a:latin typeface="Inter"/>
                        </a:rPr>
                        <a: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050" spc="-1" strike="noStrike">
                          <a:solidFill>
                            <a:srgbClr val="f5a623"/>
                          </a:solidFill>
                          <a:latin typeface="Inter"/>
                        </a:rPr>
                        <a: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050" spc="-1" strike="noStrike">
                          <a:solidFill>
                            <a:srgbClr val="f5a623"/>
                          </a:solidFill>
                          <a:latin typeface="Inter"/>
                        </a:rPr>
                        <a: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050" spc="-1" strike="noStrike">
                          <a:solidFill>
                            <a:srgbClr val="f5a623"/>
                          </a:solidFill>
                          <a:latin typeface="Inter"/>
                        </a:rPr>
                        <a: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47400">
                <a:tc>
                  <a:txBody>
                    <a:bodyPr lIns="73080" rIns="73080" anchor="ctr">
                      <a:noAutofit/>
                    </a:bodyPr>
                    <a:p>
                      <a:pPr>
                        <a:lnSpc>
                          <a:spcPct val="100000"/>
                        </a:lnSpc>
                        <a:buNone/>
                      </a:pPr>
                      <a:r>
                        <a:rPr b="1" lang="en-US" sz="1050" spc="-1" strike="noStrike">
                          <a:solidFill>
                            <a:srgbClr val="f7f6f2"/>
                          </a:solidFill>
                          <a:latin typeface="Inter"/>
                        </a:rPr>
                        <a:t>6</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050" spc="-1" strike="noStrike">
                          <a:solidFill>
                            <a:srgbClr val="f5a623"/>
                          </a:solidFill>
                          <a:latin typeface="Inter"/>
                        </a:rPr>
                        <a: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050" spc="-1" strike="noStrike">
                          <a:solidFill>
                            <a:srgbClr val="f5a623"/>
                          </a:solidFill>
                          <a:latin typeface="Inter"/>
                        </a:rPr>
                        <a: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050" spc="-1" strike="noStrike">
                          <a:solidFill>
                            <a:srgbClr val="f5a623"/>
                          </a:solidFill>
                          <a:latin typeface="Inter"/>
                        </a:rPr>
                        <a: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050" spc="-1" strike="noStrike">
                          <a:solidFill>
                            <a:srgbClr val="f5a623"/>
                          </a:solidFill>
                          <a:latin typeface="Inter"/>
                        </a:rPr>
                        <a: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050" spc="-1" strike="noStrike">
                          <a:solidFill>
                            <a:srgbClr val="f5a623"/>
                          </a:solidFill>
                          <a:latin typeface="Inter"/>
                        </a:rPr>
                        <a: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050" spc="-1" strike="noStrike">
                          <a:solidFill>
                            <a:srgbClr val="f5a623"/>
                          </a:solidFill>
                          <a:latin typeface="Inter"/>
                        </a:rPr>
                        <a: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050" spc="-1" strike="noStrike">
                          <a:solidFill>
                            <a:srgbClr val="f5a623"/>
                          </a:solidFill>
                          <a:latin typeface="Inter"/>
                        </a:rPr>
                        <a: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bl>
          </a:graphicData>
        </a:graphic>
      </p:graphicFrame>
      <p:sp>
        <p:nvSpPr>
          <p:cNvPr id="653" name="TextBox 33"/>
          <p:cNvSpPr/>
          <p:nvPr/>
        </p:nvSpPr>
        <p:spPr>
          <a:xfrm>
            <a:off x="640080" y="5253480"/>
            <a:ext cx="10906920" cy="180360"/>
          </a:xfrm>
          <a:prstGeom prst="rect">
            <a:avLst/>
          </a:prstGeom>
          <a:noFill/>
          <a:ln w="0">
            <a:noFill/>
          </a:ln>
        </p:spPr>
        <p:style>
          <a:lnRef idx="0"/>
          <a:fillRef idx="0"/>
          <a:effectRef idx="0"/>
          <a:fontRef idx="minor"/>
        </p:style>
        <p:txBody>
          <a:bodyPr lIns="0" rIns="0" tIns="0" bIns="0" anchor="t">
            <a:spAutoFit/>
          </a:bodyPr>
          <a:p>
            <a:pPr>
              <a:lnSpc>
                <a:spcPct val="108000"/>
              </a:lnSpc>
              <a:spcAft>
                <a:spcPts val="400"/>
              </a:spcAft>
              <a:buNone/>
            </a:pPr>
            <a:r>
              <a:rPr b="0" i="1" lang="fr-FR" sz="1100" spc="-1" strike="noStrike">
                <a:solidFill>
                  <a:srgbClr val="8e99a4"/>
                </a:solidFill>
                <a:latin typeface="Inter"/>
                <a:ea typeface="DejaVu Sans"/>
              </a:rPr>
              <a:t>Ajoutez des lignes si nécessaire. Exemples : sévérité d'une règle, seuil d'avertissement, convention de la sentinelle, seuils de rapprochement, règle de survie, seuil de la porte G.</a:t>
            </a:r>
            <a:endParaRPr b="0" lang="fr-FR" sz="1100" spc="-1" strike="noStrike">
              <a:latin typeface="Arial"/>
            </a:endParaRPr>
          </a:p>
        </p:txBody>
      </p:sp>
    </p:spTree>
  </p:cSld>
  <mc:AlternateContent>
    <mc:Choice Requires="p14">
      <p:transition spd="slow" p14:dur="2000"/>
    </mc:Choice>
    <mc:Fallback>
      <p:transition spd="slow"/>
    </mc:Fallback>
  </mc:AlternateContent>
</p:sld>
</file>

<file path=ppt/slides/slide4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54" name="PlaceHolder 1"/>
          <p:cNvSpPr>
            <a:spLocks noGrp="1"/>
          </p:cNvSpPr>
          <p:nvPr>
            <p:ph type="title"/>
          </p:nvPr>
        </p:nvSpPr>
        <p:spPr>
          <a:xfrm>
            <a:off x="640080" y="502920"/>
            <a:ext cx="10906920" cy="729720"/>
          </a:xfrm>
          <a:prstGeom prst="rect">
            <a:avLst/>
          </a:prstGeom>
          <a:noFill/>
          <a:ln w="0">
            <a:noFill/>
          </a:ln>
        </p:spPr>
        <p:txBody>
          <a:bodyPr lIns="0" rIns="0" tIns="0" bIns="0" anchor="t">
            <a:noAutofit/>
          </a:bodyPr>
          <a:p>
            <a:pPr>
              <a:lnSpc>
                <a:spcPct val="100000"/>
              </a:lnSpc>
              <a:buNone/>
              <a:tabLst>
                <a:tab algn="l" pos="0"/>
              </a:tabLst>
            </a:pPr>
            <a:r>
              <a:rPr b="0" lang="en-US" sz="2800" spc="-1" strike="noStrike">
                <a:solidFill>
                  <a:srgbClr val="f7f6f2"/>
                </a:solidFill>
                <a:latin typeface="Fraunces SemiBold"/>
                <a:ea typeface="Fraunces SemiBold"/>
              </a:rPr>
              <a:t>Avancement par story</a:t>
            </a:r>
            <a:endParaRPr b="0" lang="fr-FR" sz="2800" spc="-1" strike="noStrike">
              <a:latin typeface="Arial"/>
            </a:endParaRPr>
          </a:p>
        </p:txBody>
      </p:sp>
      <p:sp>
        <p:nvSpPr>
          <p:cNvPr id="655" name="PlaceHolder 2"/>
          <p:cNvSpPr>
            <a:spLocks noGrp="1"/>
          </p:cNvSpPr>
          <p:nvPr>
            <p:ph type="sldNum" idx="49"/>
          </p:nvPr>
        </p:nvSpPr>
        <p:spPr>
          <a:xfrm>
            <a:off x="10820160" y="6309360"/>
            <a:ext cx="729720" cy="29088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1A52EFFB-62CE-45DD-BFA0-80FECA4AE372}"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656" name="TextBox 25"/>
          <p:cNvSpPr/>
          <p:nvPr/>
        </p:nvSpPr>
        <p:spPr>
          <a:xfrm>
            <a:off x="640080" y="283680"/>
            <a:ext cx="8044920" cy="18000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88" strike="noStrike">
                <a:solidFill>
                  <a:srgbClr val="f5a623"/>
                </a:solidFill>
                <a:latin typeface="Inter"/>
                <a:ea typeface="DejaVu Sans"/>
              </a:rPr>
              <a:t>ANNEXE B</a:t>
            </a:r>
            <a:endParaRPr b="0" lang="fr-FR" sz="1100" spc="-1" strike="noStrike">
              <a:latin typeface="Arial"/>
            </a:endParaRPr>
          </a:p>
        </p:txBody>
      </p:sp>
      <p:sp>
        <p:nvSpPr>
          <p:cNvPr id="657" name="TextBox 26"/>
          <p:cNvSpPr/>
          <p:nvPr/>
        </p:nvSpPr>
        <p:spPr>
          <a:xfrm>
            <a:off x="6976800" y="291960"/>
            <a:ext cx="4570200" cy="163440"/>
          </a:xfrm>
          <a:prstGeom prst="rect">
            <a:avLst/>
          </a:prstGeom>
          <a:noFill/>
          <a:ln w="0">
            <a:noFill/>
          </a:ln>
        </p:spPr>
        <p:style>
          <a:lnRef idx="0"/>
          <a:fillRef idx="0"/>
          <a:effectRef idx="0"/>
          <a:fontRef idx="minor"/>
        </p:style>
        <p:txBody>
          <a:bodyPr lIns="0" rIns="0" tIns="0" bIns="0" anchor="ctr">
            <a:spAutoFit/>
          </a:bodyPr>
          <a:p>
            <a:pPr algn="r">
              <a:lnSpc>
                <a:spcPct val="108000"/>
              </a:lnSpc>
              <a:spcAft>
                <a:spcPts val="400"/>
              </a:spcAft>
              <a:buNone/>
            </a:pPr>
            <a:r>
              <a:rPr b="1" lang="fr-FR" sz="1000" spc="106" strike="noStrike">
                <a:solidFill>
                  <a:srgbClr val="0f9b8e"/>
                </a:solidFill>
                <a:latin typeface="Inter"/>
                <a:ea typeface="DejaVu Sans"/>
              </a:rPr>
              <a:t>CRITÈRE : GOUVERNANCE ET DÉCISION · 15 %</a:t>
            </a:r>
            <a:endParaRPr b="0" lang="fr-FR" sz="1000" spc="-1" strike="noStrike">
              <a:latin typeface="Arial"/>
            </a:endParaRPr>
          </a:p>
        </p:txBody>
      </p:sp>
      <p:sp>
        <p:nvSpPr>
          <p:cNvPr id="658" name="Attendu"/>
          <p:cNvSpPr/>
          <p:nvPr/>
        </p:nvSpPr>
        <p:spPr>
          <a:xfrm>
            <a:off x="640080" y="1325880"/>
            <a:ext cx="10906920" cy="103104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659" name="Attendu barre"/>
          <p:cNvSpPr/>
          <p:nvPr/>
        </p:nvSpPr>
        <p:spPr>
          <a:xfrm>
            <a:off x="640080" y="1325880"/>
            <a:ext cx="80640" cy="103104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660" name="Icône target" descr="Icône target"/>
          <p:cNvPicPr/>
          <p:nvPr/>
        </p:nvPicPr>
        <p:blipFill>
          <a:blip r:embed="rId1"/>
          <a:stretch/>
        </p:blipFill>
        <p:spPr>
          <a:xfrm>
            <a:off x="896040" y="1435680"/>
            <a:ext cx="272520" cy="272520"/>
          </a:xfrm>
          <a:prstGeom prst="rect">
            <a:avLst/>
          </a:prstGeom>
          <a:ln w="0">
            <a:noFill/>
          </a:ln>
        </p:spPr>
      </p:pic>
      <p:sp>
        <p:nvSpPr>
          <p:cNvPr id="661" name="TextBox 30"/>
          <p:cNvSpPr/>
          <p:nvPr/>
        </p:nvSpPr>
        <p:spPr>
          <a:xfrm>
            <a:off x="1261800" y="1473480"/>
            <a:ext cx="7313400" cy="19620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200" spc="126" strike="noStrike">
                <a:solidFill>
                  <a:srgbClr val="f5a623"/>
                </a:solidFill>
                <a:latin typeface="Inter"/>
                <a:ea typeface="DejaVu Sans"/>
              </a:rPr>
              <a:t>ATTENDU SUR CETTE PAGE</a:t>
            </a:r>
            <a:endParaRPr b="0" lang="fr-FR" sz="1200" spc="-1" strike="noStrike">
              <a:latin typeface="Arial"/>
            </a:endParaRPr>
          </a:p>
        </p:txBody>
      </p:sp>
      <p:sp>
        <p:nvSpPr>
          <p:cNvPr id="662" name="TextBox 31"/>
          <p:cNvSpPr/>
          <p:nvPr/>
        </p:nvSpPr>
        <p:spPr>
          <a:xfrm>
            <a:off x="914400" y="1783080"/>
            <a:ext cx="10358280" cy="213480"/>
          </a:xfrm>
          <a:prstGeom prst="rect">
            <a:avLst/>
          </a:prstGeom>
          <a:noFill/>
          <a:ln w="0">
            <a:noFill/>
          </a:ln>
        </p:spPr>
        <p:style>
          <a:lnRef idx="0"/>
          <a:fillRef idx="0"/>
          <a:effectRef idx="0"/>
          <a:fontRef idx="minor"/>
        </p:style>
        <p:txBody>
          <a:bodyPr lIns="0" rIns="0" tIns="0" bIns="0" anchor="t">
            <a:spAutoFit/>
          </a:bodyPr>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Une ligne par story : </a:t>
            </a:r>
            <a:r>
              <a:rPr b="1" lang="fr-FR" sz="1300" spc="-1" strike="noStrike">
                <a:solidFill>
                  <a:srgbClr val="f5a623"/>
                </a:solidFill>
                <a:latin typeface="Inter"/>
                <a:ea typeface="DejaVu Sans"/>
              </a:rPr>
              <a:t>statut</a:t>
            </a:r>
            <a:r>
              <a:rPr b="0" lang="fr-FR" sz="1300" spc="-1" strike="noStrike">
                <a:solidFill>
                  <a:srgbClr val="f7f6f2"/>
                </a:solidFill>
                <a:latin typeface="Inter"/>
                <a:ea typeface="DejaVu Sans"/>
              </a:rPr>
              <a:t> (Fait, En cours, Bloqué, À faire) et </a:t>
            </a:r>
            <a:r>
              <a:rPr b="1" lang="fr-FR" sz="1300" spc="-1" strike="noStrike">
                <a:solidFill>
                  <a:srgbClr val="f5a623"/>
                </a:solidFill>
                <a:latin typeface="Inter"/>
                <a:ea typeface="DejaVu Sans"/>
              </a:rPr>
              <a:t>preuve</a:t>
            </a:r>
            <a:r>
              <a:rPr b="0" lang="fr-FR" sz="1300" spc="-1" strike="noStrike">
                <a:solidFill>
                  <a:srgbClr val="f7f6f2"/>
                </a:solidFill>
                <a:latin typeface="Inter"/>
                <a:ea typeface="DejaVu Sans"/>
              </a:rPr>
              <a:t> (chemin du dépôt). Pas de preuve, pas de « Fait ».</a:t>
            </a:r>
            <a:endParaRPr b="0" lang="fr-FR" sz="1300" spc="-1" strike="noStrike">
              <a:latin typeface="Arial"/>
            </a:endParaRPr>
          </a:p>
        </p:txBody>
      </p:sp>
      <p:graphicFrame>
        <p:nvGraphicFramePr>
          <p:cNvPr id="663" name="Table 32"/>
          <p:cNvGraphicFramePr/>
          <p:nvPr/>
        </p:nvGraphicFramePr>
        <p:xfrm>
          <a:off x="640080" y="2541600"/>
          <a:ext cx="10908360" cy="2468520"/>
        </p:xfrm>
        <a:graphic>
          <a:graphicData uri="http://schemas.openxmlformats.org/drawingml/2006/table">
            <a:tbl>
              <a:tblPr/>
              <a:tblGrid>
                <a:gridCol w="1097280"/>
                <a:gridCol w="2560320"/>
                <a:gridCol w="1005840"/>
                <a:gridCol w="1188720"/>
                <a:gridCol w="1188720"/>
                <a:gridCol w="3867840"/>
              </a:tblGrid>
              <a:tr h="411480">
                <a:tc>
                  <a:txBody>
                    <a:bodyPr lIns="73080" rIns="73080" anchor="ctr">
                      <a:noAutofit/>
                    </a:bodyPr>
                    <a:p>
                      <a:pPr>
                        <a:lnSpc>
                          <a:spcPct val="100000"/>
                        </a:lnSpc>
                        <a:buNone/>
                      </a:pPr>
                      <a:r>
                        <a:rPr b="1" lang="en-US" sz="1100" spc="46" strike="noStrike">
                          <a:solidFill>
                            <a:srgbClr val="f5a623"/>
                          </a:solidFill>
                          <a:latin typeface="Inter"/>
                        </a:rPr>
                        <a:t>Séance</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100" spc="46" strike="noStrike">
                          <a:solidFill>
                            <a:srgbClr val="f5a623"/>
                          </a:solidFill>
                          <a:latin typeface="Inter"/>
                        </a:rPr>
                        <a:t>Stories</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100" spc="46" strike="noStrike">
                          <a:solidFill>
                            <a:srgbClr val="f5a623"/>
                          </a:solidFill>
                          <a:latin typeface="Inter"/>
                        </a:rPr>
                        <a:t>Faites</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100" spc="46" strike="noStrike">
                          <a:solidFill>
                            <a:srgbClr val="f5a623"/>
                          </a:solidFill>
                          <a:latin typeface="Inter"/>
                        </a:rPr>
                        <a:t>En cours</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100" spc="46" strike="noStrike">
                          <a:solidFill>
                            <a:srgbClr val="f5a623"/>
                          </a:solidFill>
                          <a:latin typeface="Inter"/>
                        </a:rPr>
                        <a:t>Bloquées</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100" spc="46" strike="noStrike">
                          <a:solidFill>
                            <a:srgbClr val="f5a623"/>
                          </a:solidFill>
                          <a:latin typeface="Inter"/>
                        </a:rPr>
                        <a:t>Preuves principales (chemins)</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r>
              <a:tr h="411480">
                <a:tc>
                  <a:txBody>
                    <a:bodyPr lIns="73080" rIns="73080" anchor="ctr">
                      <a:noAutofit/>
                    </a:bodyPr>
                    <a:p>
                      <a:pPr>
                        <a:lnSpc>
                          <a:spcPct val="100000"/>
                        </a:lnSpc>
                        <a:buNone/>
                      </a:pPr>
                      <a:r>
                        <a:rPr b="1" lang="en-US" sz="1200" spc="-1" strike="noStrike">
                          <a:solidFill>
                            <a:srgbClr val="f7f6f2"/>
                          </a:solidFill>
                          <a:latin typeface="Inter"/>
                        </a:rPr>
                        <a:t>S1</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200" spc="-1" strike="noStrike">
                          <a:solidFill>
                            <a:srgbClr val="f7f6f2"/>
                          </a:solidFill>
                          <a:latin typeface="Inter"/>
                        </a:rPr>
                        <a:t>US-01 à 04, 06, 07, 09</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411480">
                <a:tc>
                  <a:txBody>
                    <a:bodyPr lIns="73080" rIns="73080" anchor="ctr">
                      <a:noAutofit/>
                    </a:bodyPr>
                    <a:p>
                      <a:pPr>
                        <a:lnSpc>
                          <a:spcPct val="100000"/>
                        </a:lnSpc>
                        <a:buNone/>
                      </a:pPr>
                      <a:r>
                        <a:rPr b="1" lang="en-US" sz="1200" spc="-1" strike="noStrike">
                          <a:solidFill>
                            <a:srgbClr val="f7f6f2"/>
                          </a:solidFill>
                          <a:latin typeface="Inter"/>
                        </a:rPr>
                        <a:t>S2</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200" spc="-1" strike="noStrike">
                          <a:solidFill>
                            <a:srgbClr val="f7f6f2"/>
                          </a:solidFill>
                          <a:latin typeface="Inter"/>
                        </a:rPr>
                        <a:t>US-10, 11, 13, 15</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411480">
                <a:tc>
                  <a:txBody>
                    <a:bodyPr lIns="73080" rIns="73080" anchor="ctr">
                      <a:noAutofit/>
                    </a:bodyPr>
                    <a:p>
                      <a:pPr>
                        <a:lnSpc>
                          <a:spcPct val="100000"/>
                        </a:lnSpc>
                        <a:buNone/>
                      </a:pPr>
                      <a:r>
                        <a:rPr b="1" lang="en-US" sz="1200" spc="-1" strike="noStrike">
                          <a:solidFill>
                            <a:srgbClr val="f7f6f2"/>
                          </a:solidFill>
                          <a:latin typeface="Inter"/>
                        </a:rPr>
                        <a:t>S3</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200" spc="-1" strike="noStrike">
                          <a:solidFill>
                            <a:srgbClr val="f7f6f2"/>
                          </a:solidFill>
                          <a:latin typeface="Inter"/>
                        </a:rPr>
                        <a:t>US-12, 14, 16 à 19</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411480">
                <a:tc>
                  <a:txBody>
                    <a:bodyPr lIns="73080" rIns="73080" anchor="ctr">
                      <a:noAutofit/>
                    </a:bodyPr>
                    <a:p>
                      <a:pPr>
                        <a:lnSpc>
                          <a:spcPct val="100000"/>
                        </a:lnSpc>
                        <a:buNone/>
                      </a:pPr>
                      <a:r>
                        <a:rPr b="1" lang="en-US" sz="1200" spc="-1" strike="noStrike">
                          <a:solidFill>
                            <a:srgbClr val="f7f6f2"/>
                          </a:solidFill>
                          <a:latin typeface="Inter"/>
                        </a:rPr>
                        <a:t>S4</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200" spc="-1" strike="noStrike">
                          <a:solidFill>
                            <a:srgbClr val="f7f6f2"/>
                          </a:solidFill>
                          <a:latin typeface="Inter"/>
                        </a:rPr>
                        <a:t>US-21 à 25, 27, 28</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411480">
                <a:tc>
                  <a:txBody>
                    <a:bodyPr lIns="73080" rIns="73080" anchor="ctr">
                      <a:noAutofit/>
                    </a:bodyPr>
                    <a:p>
                      <a:pPr>
                        <a:lnSpc>
                          <a:spcPct val="100000"/>
                        </a:lnSpc>
                        <a:buNone/>
                      </a:pPr>
                      <a:r>
                        <a:rPr b="1" lang="en-US" sz="1200" spc="-1" strike="noStrike">
                          <a:solidFill>
                            <a:srgbClr val="f7f6f2"/>
                          </a:solidFill>
                          <a:latin typeface="Inter"/>
                        </a:rPr>
                        <a:t>S5</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200" spc="-1" strike="noStrike">
                          <a:solidFill>
                            <a:srgbClr val="f7f6f2"/>
                          </a:solidFill>
                          <a:latin typeface="Inter"/>
                        </a:rPr>
                        <a:t>US-29 à 32, 34, 35</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bl>
          </a:graphicData>
        </a:graphic>
      </p:graphicFrame>
      <p:sp>
        <p:nvSpPr>
          <p:cNvPr id="664" name="TextBox 33"/>
          <p:cNvSpPr/>
          <p:nvPr/>
        </p:nvSpPr>
        <p:spPr>
          <a:xfrm>
            <a:off x="640080" y="5101920"/>
            <a:ext cx="10906920" cy="180360"/>
          </a:xfrm>
          <a:prstGeom prst="rect">
            <a:avLst/>
          </a:prstGeom>
          <a:noFill/>
          <a:ln w="0">
            <a:noFill/>
          </a:ln>
        </p:spPr>
        <p:style>
          <a:lnRef idx="0"/>
          <a:fillRef idx="0"/>
          <a:effectRef idx="0"/>
          <a:fontRef idx="minor"/>
        </p:style>
        <p:txBody>
          <a:bodyPr lIns="0" rIns="0" tIns="0" bIns="0" anchor="t">
            <a:spAutoFit/>
          </a:bodyPr>
          <a:p>
            <a:pPr>
              <a:lnSpc>
                <a:spcPct val="108000"/>
              </a:lnSpc>
              <a:spcAft>
                <a:spcPts val="400"/>
              </a:spcAft>
              <a:buNone/>
            </a:pPr>
            <a:r>
              <a:rPr b="0" i="1" lang="fr-FR" sz="1100" spc="-1" strike="noStrike">
                <a:solidFill>
                  <a:srgbClr val="8e99a4"/>
                </a:solidFill>
                <a:latin typeface="Inter"/>
                <a:ea typeface="DejaVu Sans"/>
              </a:rPr>
              <a:t>Le détail story par story est dans AVANCEMENT.md à la racine du dépôt.</a:t>
            </a:r>
            <a:endParaRPr b="0" lang="fr-FR" sz="1100" spc="-1" strike="noStrike">
              <a:latin typeface="Arial"/>
            </a:endParaRPr>
          </a:p>
        </p:txBody>
      </p:sp>
    </p:spTree>
  </p:cSld>
  <mc:AlternateContent>
    <mc:Choice Requires="p14">
      <p:transition spd="slow" p14:dur="2000"/>
    </mc:Choice>
    <mc:Fallback>
      <p:transition spd="slow"/>
    </mc:Fallback>
  </mc:AlternateContent>
</p:sld>
</file>

<file path=ppt/slides/slide4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65" name="PlaceHolder 1"/>
          <p:cNvSpPr>
            <a:spLocks noGrp="1"/>
          </p:cNvSpPr>
          <p:nvPr>
            <p:ph type="title"/>
          </p:nvPr>
        </p:nvSpPr>
        <p:spPr>
          <a:xfrm>
            <a:off x="640080" y="502920"/>
            <a:ext cx="10906920" cy="729720"/>
          </a:xfrm>
          <a:prstGeom prst="rect">
            <a:avLst/>
          </a:prstGeom>
          <a:noFill/>
          <a:ln w="0">
            <a:noFill/>
          </a:ln>
        </p:spPr>
        <p:txBody>
          <a:bodyPr lIns="0" rIns="0" tIns="0" bIns="0" anchor="t">
            <a:noAutofit/>
          </a:bodyPr>
          <a:p>
            <a:pPr>
              <a:lnSpc>
                <a:spcPct val="100000"/>
              </a:lnSpc>
              <a:buNone/>
              <a:tabLst>
                <a:tab algn="l" pos="0"/>
              </a:tabLst>
            </a:pPr>
            <a:r>
              <a:rPr b="0" lang="en-US" sz="2800" spc="-1" strike="noStrike">
                <a:solidFill>
                  <a:srgbClr val="f7f6f2"/>
                </a:solidFill>
                <a:latin typeface="Fraunces SemiBold"/>
                <a:ea typeface="Fraunces SemiBold"/>
              </a:rPr>
              <a:t>Dépôt Git et étiquettes</a:t>
            </a:r>
            <a:endParaRPr b="0" lang="fr-FR" sz="2800" spc="-1" strike="noStrike">
              <a:latin typeface="Arial"/>
            </a:endParaRPr>
          </a:p>
        </p:txBody>
      </p:sp>
      <p:sp>
        <p:nvSpPr>
          <p:cNvPr id="666" name="PlaceHolder 2"/>
          <p:cNvSpPr>
            <a:spLocks noGrp="1"/>
          </p:cNvSpPr>
          <p:nvPr>
            <p:ph type="sldNum" idx="50"/>
          </p:nvPr>
        </p:nvSpPr>
        <p:spPr>
          <a:xfrm>
            <a:off x="10820160" y="6309360"/>
            <a:ext cx="729720" cy="29088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145DF612-28E4-4CAB-A453-B859A32A9E1D}"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667" name="TextBox 25"/>
          <p:cNvSpPr/>
          <p:nvPr/>
        </p:nvSpPr>
        <p:spPr>
          <a:xfrm>
            <a:off x="640080" y="283680"/>
            <a:ext cx="8044920" cy="18000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88" strike="noStrike">
                <a:solidFill>
                  <a:srgbClr val="f5a623"/>
                </a:solidFill>
                <a:latin typeface="Inter"/>
                <a:ea typeface="DejaVu Sans"/>
              </a:rPr>
              <a:t>ANNEXE C</a:t>
            </a:r>
            <a:endParaRPr b="0" lang="fr-FR" sz="1100" spc="-1" strike="noStrike">
              <a:latin typeface="Arial"/>
            </a:endParaRPr>
          </a:p>
        </p:txBody>
      </p:sp>
      <p:sp>
        <p:nvSpPr>
          <p:cNvPr id="668" name="Attendu"/>
          <p:cNvSpPr/>
          <p:nvPr/>
        </p:nvSpPr>
        <p:spPr>
          <a:xfrm>
            <a:off x="640080" y="1325880"/>
            <a:ext cx="10906920" cy="106920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669" name="Attendu barre"/>
          <p:cNvSpPr/>
          <p:nvPr/>
        </p:nvSpPr>
        <p:spPr>
          <a:xfrm>
            <a:off x="640080" y="1325880"/>
            <a:ext cx="80640" cy="106920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670" name="Icône target" descr="Icône target"/>
          <p:cNvPicPr/>
          <p:nvPr/>
        </p:nvPicPr>
        <p:blipFill>
          <a:blip r:embed="rId1"/>
          <a:stretch/>
        </p:blipFill>
        <p:spPr>
          <a:xfrm>
            <a:off x="896040" y="1435680"/>
            <a:ext cx="272520" cy="272520"/>
          </a:xfrm>
          <a:prstGeom prst="rect">
            <a:avLst/>
          </a:prstGeom>
          <a:ln w="0">
            <a:noFill/>
          </a:ln>
        </p:spPr>
      </p:pic>
      <p:sp>
        <p:nvSpPr>
          <p:cNvPr id="671" name="TextBox 29"/>
          <p:cNvSpPr/>
          <p:nvPr/>
        </p:nvSpPr>
        <p:spPr>
          <a:xfrm>
            <a:off x="1261800" y="1473480"/>
            <a:ext cx="7313400" cy="19620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200" spc="126" strike="noStrike">
                <a:solidFill>
                  <a:srgbClr val="f5a623"/>
                </a:solidFill>
                <a:latin typeface="Inter"/>
                <a:ea typeface="DejaVu Sans"/>
              </a:rPr>
              <a:t>ATTENDU SUR CETTE PAGE</a:t>
            </a:r>
            <a:endParaRPr b="0" lang="fr-FR" sz="1200" spc="-1" strike="noStrike">
              <a:latin typeface="Arial"/>
            </a:endParaRPr>
          </a:p>
        </p:txBody>
      </p:sp>
      <p:sp>
        <p:nvSpPr>
          <p:cNvPr id="672" name="TextBox 30"/>
          <p:cNvSpPr/>
          <p:nvPr/>
        </p:nvSpPr>
        <p:spPr>
          <a:xfrm>
            <a:off x="914400" y="1783080"/>
            <a:ext cx="10358280" cy="465480"/>
          </a:xfrm>
          <a:prstGeom prst="rect">
            <a:avLst/>
          </a:prstGeom>
          <a:noFill/>
          <a:ln w="0">
            <a:noFill/>
          </a:ln>
        </p:spPr>
        <p:style>
          <a:lnRef idx="0"/>
          <a:fillRef idx="0"/>
          <a:effectRef idx="0"/>
          <a:fontRef idx="minor"/>
        </p:style>
        <p:txBody>
          <a:bodyPr lIns="0" rIns="0" tIns="0" bIns="0" anchor="t">
            <a:spAutoFit/>
          </a:bodyPr>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a:t>
            </a:r>
            <a:r>
              <a:rPr b="1" lang="fr-FR" sz="1300" spc="-1" strike="noStrike">
                <a:solidFill>
                  <a:srgbClr val="f5a623"/>
                </a:solidFill>
                <a:latin typeface="Inter"/>
                <a:ea typeface="DejaVu Sans"/>
              </a:rPr>
              <a:t>adresse du dépôt</a:t>
            </a:r>
            <a:r>
              <a:rPr b="0" lang="fr-FR" sz="1300" spc="-1" strike="noStrike">
                <a:solidFill>
                  <a:srgbClr val="f7f6f2"/>
                </a:solidFill>
                <a:latin typeface="Inter"/>
                <a:ea typeface="DejaVu Sans"/>
              </a:rPr>
              <a:t> et les </a:t>
            </a:r>
            <a:r>
              <a:rPr b="1" lang="fr-FR" sz="1300" spc="-1" strike="noStrike">
                <a:solidFill>
                  <a:srgbClr val="f5a623"/>
                </a:solidFill>
                <a:latin typeface="Inter"/>
                <a:ea typeface="DejaVu Sans"/>
              </a:rPr>
              <a:t>étiquettes</a:t>
            </a:r>
            <a:r>
              <a:rPr b="0" lang="fr-FR" sz="1300" spc="-1" strike="noStrike">
                <a:solidFill>
                  <a:srgbClr val="f7f6f2"/>
                </a:solidFill>
                <a:latin typeface="Inter"/>
                <a:ea typeface="DejaVu Sans"/>
              </a:rPr>
              <a:t> posées : seance-1 à seance-5 et rendu-final.</a:t>
            </a:r>
            <a:endParaRPr b="0" lang="fr-FR" sz="1300" spc="-1" strike="noStrike">
              <a:latin typeface="Arial"/>
            </a:endParaRPr>
          </a:p>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Aucun fichier interdit dans le dépôt (data/, CSV, sauvegardes, .env).</a:t>
            </a:r>
            <a:endParaRPr b="0" lang="fr-FR" sz="1300" spc="-1" strike="noStrike">
              <a:latin typeface="Arial"/>
            </a:endParaRPr>
          </a:p>
        </p:txBody>
      </p:sp>
      <p:graphicFrame>
        <p:nvGraphicFramePr>
          <p:cNvPr id="673" name="Table 31"/>
          <p:cNvGraphicFramePr/>
          <p:nvPr/>
        </p:nvGraphicFramePr>
        <p:xfrm>
          <a:off x="640080" y="2579760"/>
          <a:ext cx="10908360" cy="2925720"/>
        </p:xfrm>
        <a:graphic>
          <a:graphicData uri="http://schemas.openxmlformats.org/drawingml/2006/table">
            <a:tbl>
              <a:tblPr/>
              <a:tblGrid>
                <a:gridCol w="4023360"/>
                <a:gridCol w="6885360"/>
              </a:tblGrid>
              <a:tr h="365760">
                <a:tc>
                  <a:txBody>
                    <a:bodyPr lIns="73080" rIns="73080" anchor="ctr">
                      <a:noAutofit/>
                    </a:bodyPr>
                    <a:p>
                      <a:pPr>
                        <a:lnSpc>
                          <a:spcPct val="100000"/>
                        </a:lnSpc>
                        <a:buNone/>
                      </a:pPr>
                      <a:r>
                        <a:rPr b="1" lang="en-US" sz="1100" spc="46" strike="noStrike">
                          <a:solidFill>
                            <a:srgbClr val="f5a623"/>
                          </a:solidFill>
                          <a:latin typeface="Inter"/>
                        </a:rPr>
                        <a:t>Élément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100" spc="46" strike="noStrike">
                          <a:solidFill>
                            <a:srgbClr val="f5a623"/>
                          </a:solidFill>
                          <a:latin typeface="Inter"/>
                        </a:rPr>
                        <a:t>Valeur</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r>
              <a:tr h="365760">
                <a:tc>
                  <a:txBody>
                    <a:bodyPr lIns="73080" rIns="73080" anchor="ctr">
                      <a:noAutofit/>
                    </a:bodyPr>
                    <a:p>
                      <a:pPr>
                        <a:lnSpc>
                          <a:spcPct val="100000"/>
                        </a:lnSpc>
                        <a:buNone/>
                      </a:pPr>
                      <a:r>
                        <a:rPr b="1" lang="en-US" sz="1200" spc="-1" strike="noStrike">
                          <a:solidFill>
                            <a:srgbClr val="f7f6f2"/>
                          </a:solidFill>
                          <a:latin typeface="Inter"/>
                        </a:rPr>
                        <a:t>Adresse du dépôt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65760">
                <a:tc>
                  <a:txBody>
                    <a:bodyPr lIns="73080" rIns="73080" anchor="ctr">
                      <a:noAutofit/>
                    </a:bodyPr>
                    <a:p>
                      <a:pPr>
                        <a:lnSpc>
                          <a:spcPct val="100000"/>
                        </a:lnSpc>
                        <a:buNone/>
                      </a:pPr>
                      <a:r>
                        <a:rPr b="1" lang="en-US" sz="1200" spc="-1" strike="noStrike">
                          <a:solidFill>
                            <a:srgbClr val="f7f6f2"/>
                          </a:solidFill>
                          <a:latin typeface="Inter"/>
                        </a:rPr>
                        <a:t>Étiquette seance-1 (date)</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65760">
                <a:tc>
                  <a:txBody>
                    <a:bodyPr lIns="73080" rIns="73080" anchor="ctr">
                      <a:noAutofit/>
                    </a:bodyPr>
                    <a:p>
                      <a:pPr>
                        <a:lnSpc>
                          <a:spcPct val="100000"/>
                        </a:lnSpc>
                        <a:buNone/>
                      </a:pPr>
                      <a:r>
                        <a:rPr b="1" lang="en-US" sz="1200" spc="-1" strike="noStrike">
                          <a:solidFill>
                            <a:srgbClr val="f7f6f2"/>
                          </a:solidFill>
                          <a:latin typeface="Inter"/>
                        </a:rPr>
                        <a:t>Étiquette seance-2 (date)</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65760">
                <a:tc>
                  <a:txBody>
                    <a:bodyPr lIns="73080" rIns="73080" anchor="ctr">
                      <a:noAutofit/>
                    </a:bodyPr>
                    <a:p>
                      <a:pPr>
                        <a:lnSpc>
                          <a:spcPct val="100000"/>
                        </a:lnSpc>
                        <a:buNone/>
                      </a:pPr>
                      <a:r>
                        <a:rPr b="1" lang="en-US" sz="1200" spc="-1" strike="noStrike">
                          <a:solidFill>
                            <a:srgbClr val="f7f6f2"/>
                          </a:solidFill>
                          <a:latin typeface="Inter"/>
                        </a:rPr>
                        <a:t>Étiquette seance-3 (date)</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65760">
                <a:tc>
                  <a:txBody>
                    <a:bodyPr lIns="73080" rIns="73080" anchor="ctr">
                      <a:noAutofit/>
                    </a:bodyPr>
                    <a:p>
                      <a:pPr>
                        <a:lnSpc>
                          <a:spcPct val="100000"/>
                        </a:lnSpc>
                        <a:buNone/>
                      </a:pPr>
                      <a:r>
                        <a:rPr b="1" lang="en-US" sz="1200" spc="-1" strike="noStrike">
                          <a:solidFill>
                            <a:srgbClr val="f7f6f2"/>
                          </a:solidFill>
                          <a:latin typeface="Inter"/>
                        </a:rPr>
                        <a:t>Étiquette seance-4 (date)</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65760">
                <a:tc>
                  <a:txBody>
                    <a:bodyPr lIns="73080" rIns="73080" anchor="ctr">
                      <a:noAutofit/>
                    </a:bodyPr>
                    <a:p>
                      <a:pPr>
                        <a:lnSpc>
                          <a:spcPct val="100000"/>
                        </a:lnSpc>
                        <a:buNone/>
                      </a:pPr>
                      <a:r>
                        <a:rPr b="1" lang="en-US" sz="1200" spc="-1" strike="noStrike">
                          <a:solidFill>
                            <a:srgbClr val="f7f6f2"/>
                          </a:solidFill>
                          <a:latin typeface="Inter"/>
                        </a:rPr>
                        <a:t>Étiquette seance-5 (date)</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65760">
                <a:tc>
                  <a:txBody>
                    <a:bodyPr lIns="73080" rIns="73080" anchor="ctr">
                      <a:noAutofit/>
                    </a:bodyPr>
                    <a:p>
                      <a:pPr>
                        <a:lnSpc>
                          <a:spcPct val="100000"/>
                        </a:lnSpc>
                        <a:buNone/>
                      </a:pPr>
                      <a:r>
                        <a:rPr b="1" lang="en-US" sz="1200" spc="-1" strike="noStrike">
                          <a:solidFill>
                            <a:srgbClr val="f7f6f2"/>
                          </a:solidFill>
                          <a:latin typeface="Inter"/>
                        </a:rPr>
                        <a:t>Étiquette rendu-final (date)</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bl>
          </a:graphicData>
        </a:graphic>
      </p:graphicFrame>
    </p:spTree>
  </p:cSld>
  <mc:AlternateContent>
    <mc:Choice Requires="p14">
      <p:transition spd="slow" p14:dur="2000"/>
    </mc:Choice>
    <mc:Fallback>
      <p:transition spd="slow"/>
    </mc:Fallback>
  </mc:AlternateContent>
</p:sld>
</file>

<file path=ppt/slides/slide4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74" name="PlaceHolder 1"/>
          <p:cNvSpPr>
            <a:spLocks noGrp="1"/>
          </p:cNvSpPr>
          <p:nvPr>
            <p:ph type="title"/>
          </p:nvPr>
        </p:nvSpPr>
        <p:spPr>
          <a:xfrm>
            <a:off x="640080" y="502920"/>
            <a:ext cx="10906920" cy="729720"/>
          </a:xfrm>
          <a:prstGeom prst="rect">
            <a:avLst/>
          </a:prstGeom>
          <a:noFill/>
          <a:ln w="0">
            <a:noFill/>
          </a:ln>
        </p:spPr>
        <p:txBody>
          <a:bodyPr lIns="0" rIns="0" tIns="0" bIns="0" anchor="t">
            <a:noAutofit/>
          </a:bodyPr>
          <a:p>
            <a:pPr>
              <a:lnSpc>
                <a:spcPct val="100000"/>
              </a:lnSpc>
              <a:buNone/>
              <a:tabLst>
                <a:tab algn="l" pos="0"/>
              </a:tabLst>
            </a:pPr>
            <a:r>
              <a:rPr b="0" lang="en-US" sz="2800" spc="-1" strike="noStrike">
                <a:solidFill>
                  <a:srgbClr val="f7f6f2"/>
                </a:solidFill>
                <a:latin typeface="Fraunces SemiBold"/>
                <a:ea typeface="Fraunces SemiBold"/>
              </a:rPr>
              <a:t>Liste de contrôle du rendu final</a:t>
            </a:r>
            <a:endParaRPr b="0" lang="fr-FR" sz="2800" spc="-1" strike="noStrike">
              <a:latin typeface="Arial"/>
            </a:endParaRPr>
          </a:p>
        </p:txBody>
      </p:sp>
      <p:sp>
        <p:nvSpPr>
          <p:cNvPr id="675" name="PlaceHolder 2"/>
          <p:cNvSpPr>
            <a:spLocks noGrp="1"/>
          </p:cNvSpPr>
          <p:nvPr>
            <p:ph type="sldNum" idx="51"/>
          </p:nvPr>
        </p:nvSpPr>
        <p:spPr>
          <a:xfrm>
            <a:off x="10820160" y="6309360"/>
            <a:ext cx="729720" cy="29088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E94D110A-999A-44C9-A820-8FDD5560815C}"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676" name="TextBox 25"/>
          <p:cNvSpPr/>
          <p:nvPr/>
        </p:nvSpPr>
        <p:spPr>
          <a:xfrm>
            <a:off x="640080" y="283680"/>
            <a:ext cx="8044920" cy="18000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88" strike="noStrike">
                <a:solidFill>
                  <a:srgbClr val="f5a623"/>
                </a:solidFill>
                <a:latin typeface="Inter"/>
                <a:ea typeface="DejaVu Sans"/>
              </a:rPr>
              <a:t>AVANT DE RENDRE</a:t>
            </a:r>
            <a:endParaRPr b="0" lang="fr-FR" sz="1100" spc="-1" strike="noStrike">
              <a:latin typeface="Arial"/>
            </a:endParaRPr>
          </a:p>
        </p:txBody>
      </p:sp>
      <p:sp>
        <p:nvSpPr>
          <p:cNvPr id="677" name="Attendu"/>
          <p:cNvSpPr/>
          <p:nvPr/>
        </p:nvSpPr>
        <p:spPr>
          <a:xfrm>
            <a:off x="640080" y="1325880"/>
            <a:ext cx="10906920" cy="106920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678" name="Attendu barre"/>
          <p:cNvSpPr/>
          <p:nvPr/>
        </p:nvSpPr>
        <p:spPr>
          <a:xfrm>
            <a:off x="640080" y="1325880"/>
            <a:ext cx="80640" cy="106920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679" name="Icône target" descr="Icône target"/>
          <p:cNvPicPr/>
          <p:nvPr/>
        </p:nvPicPr>
        <p:blipFill>
          <a:blip r:embed="rId1"/>
          <a:stretch/>
        </p:blipFill>
        <p:spPr>
          <a:xfrm>
            <a:off x="896040" y="1435680"/>
            <a:ext cx="272520" cy="272520"/>
          </a:xfrm>
          <a:prstGeom prst="rect">
            <a:avLst/>
          </a:prstGeom>
          <a:ln w="0">
            <a:noFill/>
          </a:ln>
        </p:spPr>
      </p:pic>
      <p:sp>
        <p:nvSpPr>
          <p:cNvPr id="680" name="TextBox 29"/>
          <p:cNvSpPr/>
          <p:nvPr/>
        </p:nvSpPr>
        <p:spPr>
          <a:xfrm>
            <a:off x="1261800" y="1473480"/>
            <a:ext cx="7313400" cy="19620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200" spc="126" strike="noStrike">
                <a:solidFill>
                  <a:srgbClr val="f5a623"/>
                </a:solidFill>
                <a:latin typeface="Inter"/>
                <a:ea typeface="DejaVu Sans"/>
              </a:rPr>
              <a:t>ATTENDU AVANT LE DÉPÔT</a:t>
            </a:r>
            <a:endParaRPr b="0" lang="fr-FR" sz="1200" spc="-1" strike="noStrike">
              <a:latin typeface="Arial"/>
            </a:endParaRPr>
          </a:p>
        </p:txBody>
      </p:sp>
      <p:sp>
        <p:nvSpPr>
          <p:cNvPr id="681" name="TextBox 30"/>
          <p:cNvSpPr/>
          <p:nvPr/>
        </p:nvSpPr>
        <p:spPr>
          <a:xfrm>
            <a:off x="914400" y="1783080"/>
            <a:ext cx="10358280" cy="465480"/>
          </a:xfrm>
          <a:prstGeom prst="rect">
            <a:avLst/>
          </a:prstGeom>
          <a:noFill/>
          <a:ln w="0">
            <a:noFill/>
          </a:ln>
        </p:spPr>
        <p:style>
          <a:lnRef idx="0"/>
          <a:fillRef idx="0"/>
          <a:effectRef idx="0"/>
          <a:fontRef idx="minor"/>
        </p:style>
        <p:txBody>
          <a:bodyPr lIns="0" rIns="0" tIns="0" bIns="0" anchor="t">
            <a:spAutoFit/>
          </a:bodyPr>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Chaque </a:t>
            </a:r>
            <a:r>
              <a:rPr b="1" lang="fr-FR" sz="1300" spc="-1" strike="noStrike">
                <a:solidFill>
                  <a:srgbClr val="f5a623"/>
                </a:solidFill>
                <a:latin typeface="Inter"/>
                <a:ea typeface="DejaVu Sans"/>
              </a:rPr>
              <a:t>zone ambre</a:t>
            </a:r>
            <a:r>
              <a:rPr b="0" lang="fr-FR" sz="1300" spc="-1" strike="noStrike">
                <a:solidFill>
                  <a:srgbClr val="f7f6f2"/>
                </a:solidFill>
                <a:latin typeface="Inter"/>
                <a:ea typeface="DejaVu Sans"/>
              </a:rPr>
              <a:t> est complétée, ou le manque est </a:t>
            </a:r>
            <a:r>
              <a:rPr b="1" lang="fr-FR" sz="1300" spc="-1" strike="noStrike">
                <a:solidFill>
                  <a:srgbClr val="f5a623"/>
                </a:solidFill>
                <a:latin typeface="Inter"/>
                <a:ea typeface="DejaVu Sans"/>
              </a:rPr>
              <a:t>déclaré</a:t>
            </a:r>
            <a:r>
              <a:rPr b="0" lang="fr-FR" sz="1300" spc="-1" strike="noStrike">
                <a:solidFill>
                  <a:srgbClr val="f7f6f2"/>
                </a:solidFill>
                <a:latin typeface="Inter"/>
                <a:ea typeface="DejaVu Sans"/>
              </a:rPr>
              <a:t> dans le bilan de la séance.</a:t>
            </a:r>
            <a:endParaRPr b="0" lang="fr-FR" sz="1300" spc="-1" strike="noStrike">
              <a:latin typeface="Arial"/>
            </a:endParaRPr>
          </a:p>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Chaque </a:t>
            </a:r>
            <a:r>
              <a:rPr b="1" lang="fr-FR" sz="1300" spc="-1" strike="noStrike">
                <a:solidFill>
                  <a:srgbClr val="f5a623"/>
                </a:solidFill>
                <a:latin typeface="Inter"/>
                <a:ea typeface="DejaVu Sans"/>
              </a:rPr>
              <a:t>chiffre</a:t>
            </a:r>
            <a:r>
              <a:rPr b="0" lang="fr-FR" sz="1300" spc="-1" strike="noStrike">
                <a:solidFill>
                  <a:srgbClr val="f7f6f2"/>
                </a:solidFill>
                <a:latin typeface="Inter"/>
                <a:ea typeface="DejaVu Sans"/>
              </a:rPr>
              <a:t> a sa </a:t>
            </a:r>
            <a:r>
              <a:rPr b="1" lang="fr-FR" sz="1300" spc="-1" strike="noStrike">
                <a:solidFill>
                  <a:srgbClr val="f5a623"/>
                </a:solidFill>
                <a:latin typeface="Inter"/>
                <a:ea typeface="DejaVu Sans"/>
              </a:rPr>
              <a:t>preuve</a:t>
            </a:r>
            <a:r>
              <a:rPr b="0" lang="fr-FR" sz="1300" spc="-1" strike="noStrike">
                <a:solidFill>
                  <a:srgbClr val="f7f6f2"/>
                </a:solidFill>
                <a:latin typeface="Inter"/>
                <a:ea typeface="DejaVu Sans"/>
              </a:rPr>
              <a:t> dans le dépôt.</a:t>
            </a:r>
            <a:endParaRPr b="0" lang="fr-FR" sz="1300" spc="-1" strike="noStrike">
              <a:latin typeface="Arial"/>
            </a:endParaRPr>
          </a:p>
        </p:txBody>
      </p:sp>
      <p:sp>
        <p:nvSpPr>
          <p:cNvPr id="682" name="Rectangle 31"/>
          <p:cNvSpPr/>
          <p:nvPr/>
        </p:nvSpPr>
        <p:spPr>
          <a:xfrm>
            <a:off x="640080" y="2579760"/>
            <a:ext cx="10906920" cy="3544920"/>
          </a:xfrm>
          <a:prstGeom prst="rect">
            <a:avLst/>
          </a:prstGeom>
          <a:solidFill>
            <a:srgbClr val="1c2e3d"/>
          </a:solidFill>
          <a:ln>
            <a:solidFill>
              <a:srgbClr val="2a4156"/>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683" name="TextBox 32"/>
          <p:cNvSpPr/>
          <p:nvPr/>
        </p:nvSpPr>
        <p:spPr>
          <a:xfrm>
            <a:off x="914400" y="2762640"/>
            <a:ext cx="10330920" cy="2296800"/>
          </a:xfrm>
          <a:prstGeom prst="rect">
            <a:avLst/>
          </a:prstGeom>
          <a:noFill/>
          <a:ln w="0">
            <a:noFill/>
          </a:ln>
        </p:spPr>
        <p:style>
          <a:lnRef idx="0"/>
          <a:fillRef idx="0"/>
          <a:effectRef idx="0"/>
          <a:fontRef idx="minor"/>
        </p:style>
        <p:txBody>
          <a:bodyPr lIns="0" rIns="0" tIns="0" bIns="0" anchor="t">
            <a:spAutoFit/>
          </a:bodyPr>
          <a:p>
            <a:pPr>
              <a:lnSpc>
                <a:spcPct val="108000"/>
              </a:lnSpc>
              <a:spcAft>
                <a:spcPts val="901"/>
              </a:spcAft>
              <a:buNone/>
            </a:pPr>
            <a:r>
              <a:rPr b="0" lang="fr-FR" sz="1400" spc="-1" strike="noStrike">
                <a:solidFill>
                  <a:srgbClr val="f7f6f2"/>
                </a:solidFill>
                <a:latin typeface="Consolas"/>
                <a:ea typeface="DejaVu Sans"/>
              </a:rPr>
              <a:t>[ ]</a:t>
            </a:r>
            <a:r>
              <a:rPr b="0" lang="fr-FR" sz="1400" spc="-1" strike="noStrike">
                <a:solidFill>
                  <a:srgbClr val="f7f6f2"/>
                </a:solidFill>
                <a:latin typeface="Inter"/>
                <a:ea typeface="DejaVu Sans"/>
              </a:rPr>
              <a:t> Couverture : numéro du groupe, noms, date.</a:t>
            </a:r>
            <a:endParaRPr b="0" lang="fr-FR" sz="1400" spc="-1" strike="noStrike">
              <a:latin typeface="Arial"/>
            </a:endParaRPr>
          </a:p>
          <a:p>
            <a:pPr>
              <a:lnSpc>
                <a:spcPct val="108000"/>
              </a:lnSpc>
              <a:spcAft>
                <a:spcPts val="901"/>
              </a:spcAft>
              <a:buNone/>
            </a:pPr>
            <a:r>
              <a:rPr b="0" lang="fr-FR" sz="1400" spc="-1" strike="noStrike">
                <a:solidFill>
                  <a:srgbClr val="f7f6f2"/>
                </a:solidFill>
                <a:latin typeface="Consolas"/>
                <a:ea typeface="DejaVu Sans"/>
              </a:rPr>
              <a:t>[ ]</a:t>
            </a:r>
            <a:r>
              <a:rPr b="0" lang="fr-FR" sz="1400" spc="-1" strike="noStrike">
                <a:solidFill>
                  <a:srgbClr val="f7f6f2"/>
                </a:solidFill>
                <a:latin typeface="Inter"/>
                <a:ea typeface="DejaVu Sans"/>
              </a:rPr>
              <a:t> Équipe : rôles par séance et contribution de chaque membre.</a:t>
            </a:r>
            <a:endParaRPr b="0" lang="fr-FR" sz="1400" spc="-1" strike="noStrike">
              <a:latin typeface="Arial"/>
            </a:endParaRPr>
          </a:p>
          <a:p>
            <a:pPr>
              <a:lnSpc>
                <a:spcPct val="108000"/>
              </a:lnSpc>
              <a:spcAft>
                <a:spcPts val="901"/>
              </a:spcAft>
              <a:buNone/>
            </a:pPr>
            <a:r>
              <a:rPr b="0" lang="fr-FR" sz="1400" spc="-1" strike="noStrike">
                <a:solidFill>
                  <a:srgbClr val="f7f6f2"/>
                </a:solidFill>
                <a:latin typeface="Consolas"/>
                <a:ea typeface="DejaVu Sans"/>
              </a:rPr>
              <a:t>[ ]</a:t>
            </a:r>
            <a:r>
              <a:rPr b="0" lang="fr-FR" sz="1400" spc="-1" strike="noStrike">
                <a:solidFill>
                  <a:srgbClr val="f7f6f2"/>
                </a:solidFill>
                <a:latin typeface="Inter"/>
                <a:ea typeface="DejaVu Sans"/>
              </a:rPr>
              <a:t> Chaque page de séance : chiffres mesurés, preuve citée, conséquence attribuée à un rôle.</a:t>
            </a:r>
            <a:endParaRPr b="0" lang="fr-FR" sz="1400" spc="-1" strike="noStrike">
              <a:latin typeface="Arial"/>
            </a:endParaRPr>
          </a:p>
          <a:p>
            <a:pPr>
              <a:lnSpc>
                <a:spcPct val="108000"/>
              </a:lnSpc>
              <a:spcAft>
                <a:spcPts val="901"/>
              </a:spcAft>
              <a:buNone/>
            </a:pPr>
            <a:r>
              <a:rPr b="0" lang="fr-FR" sz="1400" spc="-1" strike="noStrike">
                <a:solidFill>
                  <a:srgbClr val="f7f6f2"/>
                </a:solidFill>
                <a:latin typeface="Consolas"/>
                <a:ea typeface="DejaVu Sans"/>
              </a:rPr>
              <a:t>[ ]</a:t>
            </a:r>
            <a:r>
              <a:rPr b="0" lang="fr-FR" sz="1400" spc="-1" strike="noStrike">
                <a:solidFill>
                  <a:srgbClr val="f7f6f2"/>
                </a:solidFill>
                <a:latin typeface="Inter"/>
                <a:ea typeface="DejaVu Sans"/>
              </a:rPr>
              <a:t> Les cinq bilans de séance : critères cochés avec preuve, difficultés chiffrées en temps.</a:t>
            </a:r>
            <a:endParaRPr b="0" lang="fr-FR" sz="1400" spc="-1" strike="noStrike">
              <a:latin typeface="Arial"/>
            </a:endParaRPr>
          </a:p>
          <a:p>
            <a:pPr>
              <a:lnSpc>
                <a:spcPct val="108000"/>
              </a:lnSpc>
              <a:spcAft>
                <a:spcPts val="901"/>
              </a:spcAft>
              <a:buNone/>
            </a:pPr>
            <a:r>
              <a:rPr b="0" lang="fr-FR" sz="1400" spc="-1" strike="noStrike">
                <a:solidFill>
                  <a:srgbClr val="f7f6f2"/>
                </a:solidFill>
                <a:latin typeface="Consolas"/>
                <a:ea typeface="DejaVu Sans"/>
              </a:rPr>
              <a:t>[ ]</a:t>
            </a:r>
            <a:r>
              <a:rPr b="0" lang="fr-FR" sz="1400" spc="-1" strike="noStrike">
                <a:solidFill>
                  <a:srgbClr val="f7f6f2"/>
                </a:solidFill>
                <a:latin typeface="Inter"/>
                <a:ea typeface="DejaVu Sans"/>
              </a:rPr>
              <a:t> Journal des décisions identique à celui du dépôt.</a:t>
            </a:r>
            <a:endParaRPr b="0" lang="fr-FR" sz="1400" spc="-1" strike="noStrike">
              <a:latin typeface="Arial"/>
            </a:endParaRPr>
          </a:p>
          <a:p>
            <a:pPr>
              <a:lnSpc>
                <a:spcPct val="108000"/>
              </a:lnSpc>
              <a:spcAft>
                <a:spcPts val="901"/>
              </a:spcAft>
              <a:buNone/>
            </a:pPr>
            <a:r>
              <a:rPr b="0" lang="fr-FR" sz="1400" spc="-1" strike="noStrike">
                <a:solidFill>
                  <a:srgbClr val="f7f6f2"/>
                </a:solidFill>
                <a:latin typeface="Consolas"/>
                <a:ea typeface="DejaVu Sans"/>
              </a:rPr>
              <a:t>[ ]</a:t>
            </a:r>
            <a:r>
              <a:rPr b="0" lang="fr-FR" sz="1400" spc="-1" strike="noStrike">
                <a:solidFill>
                  <a:srgbClr val="f7f6f2"/>
                </a:solidFill>
                <a:latin typeface="Inter"/>
                <a:ea typeface="DejaVu Sans"/>
              </a:rPr>
              <a:t> Dossier go/no-go : recommandation, preuves, écarts, décision signée.</a:t>
            </a:r>
            <a:endParaRPr b="0" lang="fr-FR" sz="1400" spc="-1" strike="noStrike">
              <a:latin typeface="Arial"/>
            </a:endParaRPr>
          </a:p>
          <a:p>
            <a:pPr>
              <a:lnSpc>
                <a:spcPct val="108000"/>
              </a:lnSpc>
              <a:spcAft>
                <a:spcPts val="901"/>
              </a:spcAft>
              <a:buNone/>
            </a:pPr>
            <a:r>
              <a:rPr b="0" lang="fr-FR" sz="1400" spc="-1" strike="noStrike">
                <a:solidFill>
                  <a:srgbClr val="f7f6f2"/>
                </a:solidFill>
                <a:latin typeface="Consolas"/>
                <a:ea typeface="DejaVu Sans"/>
              </a:rPr>
              <a:t>[ ]</a:t>
            </a:r>
            <a:r>
              <a:rPr b="0" lang="fr-FR" sz="1400" spc="-1" strike="noStrike">
                <a:solidFill>
                  <a:srgbClr val="f7f6f2"/>
                </a:solidFill>
                <a:latin typeface="Inter"/>
                <a:ea typeface="DejaVu Sans"/>
              </a:rPr>
              <a:t> Étiquette rendu-final posée et poussée ; export PDF du livrable joint au dépôt.</a:t>
            </a:r>
            <a:endParaRPr b="0" lang="fr-FR" sz="1400" spc="-1" strike="noStrike">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b8c0c8"/>
      </a:dk2>
      <a:lt2>
        <a:srgbClr val="1c2e3d"/>
      </a:lt2>
      <a:accent1>
        <a:srgbClr val="f5a623"/>
      </a:accent1>
      <a:accent2>
        <a:srgbClr val="f5a623"/>
      </a:accent2>
      <a:accent3>
        <a:srgbClr val="8e99a4"/>
      </a:accent3>
      <a:accent4>
        <a:srgbClr val="5e6e7c"/>
      </a:accent4>
      <a:accent5>
        <a:srgbClr val="b8c0c8"/>
      </a:accent5>
      <a:accent6>
        <a:srgbClr val="f7f6f2"/>
      </a:accent6>
      <a:hlink>
        <a:srgbClr val="f5a623"/>
      </a:hlink>
      <a:folHlink>
        <a:srgbClr val="8e99a4"/>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b8c0c8"/>
      </a:dk2>
      <a:lt2>
        <a:srgbClr val="1c2e3d"/>
      </a:lt2>
      <a:accent1>
        <a:srgbClr val="f5a623"/>
      </a:accent1>
      <a:accent2>
        <a:srgbClr val="f5a623"/>
      </a:accent2>
      <a:accent3>
        <a:srgbClr val="8e99a4"/>
      </a:accent3>
      <a:accent4>
        <a:srgbClr val="5e6e7c"/>
      </a:accent4>
      <a:accent5>
        <a:srgbClr val="b8c0c8"/>
      </a:accent5>
      <a:accent6>
        <a:srgbClr val="f7f6f2"/>
      </a:accent6>
      <a:hlink>
        <a:srgbClr val="f5a623"/>
      </a:hlink>
      <a:folHlink>
        <a:srgbClr val="8e99a4"/>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b8c0c8"/>
      </a:dk2>
      <a:lt2>
        <a:srgbClr val="1c2e3d"/>
      </a:lt2>
      <a:accent1>
        <a:srgbClr val="f5a623"/>
      </a:accent1>
      <a:accent2>
        <a:srgbClr val="f5a623"/>
      </a:accent2>
      <a:accent3>
        <a:srgbClr val="8e99a4"/>
      </a:accent3>
      <a:accent4>
        <a:srgbClr val="5e6e7c"/>
      </a:accent4>
      <a:accent5>
        <a:srgbClr val="b8c0c8"/>
      </a:accent5>
      <a:accent6>
        <a:srgbClr val="f7f6f2"/>
      </a:accent6>
      <a:hlink>
        <a:srgbClr val="f5a623"/>
      </a:hlink>
      <a:folHlink>
        <a:srgbClr val="8e99a4"/>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b8c0c8"/>
      </a:dk2>
      <a:lt2>
        <a:srgbClr val="1c2e3d"/>
      </a:lt2>
      <a:accent1>
        <a:srgbClr val="f5a623"/>
      </a:accent1>
      <a:accent2>
        <a:srgbClr val="f5a623"/>
      </a:accent2>
      <a:accent3>
        <a:srgbClr val="8e99a4"/>
      </a:accent3>
      <a:accent4>
        <a:srgbClr val="5e6e7c"/>
      </a:accent4>
      <a:accent5>
        <a:srgbClr val="b8c0c8"/>
      </a:accent5>
      <a:accent6>
        <a:srgbClr val="f7f6f2"/>
      </a:accent6>
      <a:hlink>
        <a:srgbClr val="f5a623"/>
      </a:hlink>
      <a:folHlink>
        <a:srgbClr val="8e99a4"/>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115</TotalTime>
  <Application>LibreOffice/7.3.1.3$Windows_X86_64 LibreOffice_project/a69ca51ded25f3eefd52d7bf9a5fad8c90b87951</Application>
  <AppVersion>15.0000</AppVersion>
  <Words>0</Words>
  <Paragraphs>0</Paragraphs>
  <Company>Decimal Insights Consulting</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2026-10-12T11:18:29Z</dcterms:created>
  <dc:creator>Decimal Insights Consulting</dc:creator>
  <dc:description/>
  <dc:language>fr-FR</dc:language>
  <cp:lastModifiedBy/>
  <dcterms:modified xsi:type="dcterms:W3CDTF">2026-10-21T13:59:55Z</dcterms:modified>
  <cp:revision>37</cp:revision>
  <dc:subject>Gouvernance, profilage et qualité des données</dc:subject>
  <dc:title>Livrable de groupe : TD AssurConnect</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i4>8</vt:i4>
  </property>
  <property fmtid="{D5CDD505-2E9C-101B-9397-08002B2CF9AE}" pid="3" name="PresentationFormat">
    <vt:lpwstr>On-screen Show (16:9)</vt:lpwstr>
  </property>
  <property fmtid="{D5CDD505-2E9C-101B-9397-08002B2CF9AE}" pid="4" name="Slides">
    <vt:i4>8</vt:i4>
  </property>
</Properties>
</file>